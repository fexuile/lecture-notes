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77" r:id="rId10"/>
    <p:sldId id="278" r:id="rId11"/>
    <p:sldId id="279" r:id="rId12"/>
    <p:sldId id="265" r:id="rId13"/>
    <p:sldId id="276" r:id="rId14"/>
    <p:sldId id="275" r:id="rId15"/>
    <p:sldId id="274" r:id="rId16"/>
    <p:sldId id="272" r:id="rId17"/>
    <p:sldId id="280" r:id="rId18"/>
    <p:sldId id="281" r:id="rId19"/>
    <p:sldId id="282" r:id="rId20"/>
    <p:sldId id="283" r:id="rId21"/>
    <p:sldId id="270" r:id="rId22"/>
    <p:sldId id="271" r:id="rId23"/>
    <p:sldId id="285" r:id="rId24"/>
    <p:sldId id="258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D18E"/>
    <a:srgbClr val="C5E0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273" autoAdjust="0"/>
  </p:normalViewPr>
  <p:slideViewPr>
    <p:cSldViewPr snapToGrid="0">
      <p:cViewPr varScale="1">
        <p:scale>
          <a:sx n="95" d="100"/>
          <a:sy n="95" d="100"/>
        </p:scale>
        <p:origin x="1474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e5204af8dbf5f020" providerId="LiveId" clId="{4AF498D6-C3F7-4265-9176-421FE61E8BC8}"/>
    <pc:docChg chg="undo redo custSel addSld modSld modMainMaster">
      <pc:chgData name="" userId="e5204af8dbf5f020" providerId="LiveId" clId="{4AF498D6-C3F7-4265-9176-421FE61E8BC8}" dt="2022-10-19T14:49:55.730" v="2415" actId="1076"/>
      <pc:docMkLst>
        <pc:docMk/>
      </pc:docMkLst>
      <pc:sldChg chg="modSp add">
        <pc:chgData name="" userId="e5204af8dbf5f020" providerId="LiveId" clId="{4AF498D6-C3F7-4265-9176-421FE61E8BC8}" dt="2022-10-19T14:08:53.991" v="2392" actId="1076"/>
        <pc:sldMkLst>
          <pc:docMk/>
          <pc:sldMk cId="926538132" sldId="256"/>
        </pc:sldMkLst>
        <pc:spChg chg="mod">
          <ac:chgData name="" userId="e5204af8dbf5f020" providerId="LiveId" clId="{4AF498D6-C3F7-4265-9176-421FE61E8BC8}" dt="2022-10-19T14:08:53.991" v="2392" actId="1076"/>
          <ac:spMkLst>
            <pc:docMk/>
            <pc:sldMk cId="926538132" sldId="256"/>
            <ac:spMk id="2" creationId="{D1251239-888A-4F58-B5B8-4F5DF1AD8E20}"/>
          </ac:spMkLst>
        </pc:spChg>
        <pc:spChg chg="mod">
          <ac:chgData name="" userId="e5204af8dbf5f020" providerId="LiveId" clId="{4AF498D6-C3F7-4265-9176-421FE61E8BC8}" dt="2022-10-14T08:10:17.158" v="162" actId="1076"/>
          <ac:spMkLst>
            <pc:docMk/>
            <pc:sldMk cId="926538132" sldId="256"/>
            <ac:spMk id="3" creationId="{DDEE7740-68E5-4392-9057-A7E681F7AFDD}"/>
          </ac:spMkLst>
        </pc:spChg>
      </pc:sldChg>
      <pc:sldChg chg="addSp modSp add">
        <pc:chgData name="" userId="e5204af8dbf5f020" providerId="LiveId" clId="{4AF498D6-C3F7-4265-9176-421FE61E8BC8}" dt="2022-10-17T09:12:54.040" v="1287" actId="113"/>
        <pc:sldMkLst>
          <pc:docMk/>
          <pc:sldMk cId="3074113525" sldId="257"/>
        </pc:sldMkLst>
        <pc:spChg chg="mod">
          <ac:chgData name="" userId="e5204af8dbf5f020" providerId="LiveId" clId="{4AF498D6-C3F7-4265-9176-421FE61E8BC8}" dt="2022-10-17T02:31:45.700" v="536" actId="20577"/>
          <ac:spMkLst>
            <pc:docMk/>
            <pc:sldMk cId="3074113525" sldId="257"/>
            <ac:spMk id="2" creationId="{5B04D79C-B401-404D-81C8-51B8A28ED05C}"/>
          </ac:spMkLst>
        </pc:spChg>
        <pc:spChg chg="add mod">
          <ac:chgData name="" userId="e5204af8dbf5f020" providerId="LiveId" clId="{4AF498D6-C3F7-4265-9176-421FE61E8BC8}" dt="2022-10-17T09:12:54.040" v="1287" actId="113"/>
          <ac:spMkLst>
            <pc:docMk/>
            <pc:sldMk cId="3074113525" sldId="257"/>
            <ac:spMk id="3" creationId="{1A6EB05D-3274-48D1-B7C3-19FCB94C9F2A}"/>
          </ac:spMkLst>
        </pc:spChg>
      </pc:sldChg>
      <pc:sldChg chg="addSp modSp add">
        <pc:chgData name="" userId="e5204af8dbf5f020" providerId="LiveId" clId="{4AF498D6-C3F7-4265-9176-421FE61E8BC8}" dt="2022-10-14T08:13:11.501" v="313" actId="1076"/>
        <pc:sldMkLst>
          <pc:docMk/>
          <pc:sldMk cId="4120323224" sldId="258"/>
        </pc:sldMkLst>
        <pc:spChg chg="mod">
          <ac:chgData name="" userId="e5204af8dbf5f020" providerId="LiveId" clId="{4AF498D6-C3F7-4265-9176-421FE61E8BC8}" dt="2022-10-14T08:13:11.501" v="313" actId="1076"/>
          <ac:spMkLst>
            <pc:docMk/>
            <pc:sldMk cId="4120323224" sldId="258"/>
            <ac:spMk id="2" creationId="{3FAD0D08-45EE-4A61-A51B-4667727ECC6B}"/>
          </ac:spMkLst>
        </pc:spChg>
        <pc:spChg chg="add mod">
          <ac:chgData name="" userId="e5204af8dbf5f020" providerId="LiveId" clId="{4AF498D6-C3F7-4265-9176-421FE61E8BC8}" dt="2022-10-14T08:12:54.851" v="307" actId="1076"/>
          <ac:spMkLst>
            <pc:docMk/>
            <pc:sldMk cId="4120323224" sldId="258"/>
            <ac:spMk id="3" creationId="{4C68BF58-8AF0-43A1-9B6A-98358FDC82C9}"/>
          </ac:spMkLst>
        </pc:spChg>
      </pc:sldChg>
      <pc:sldChg chg="addSp modSp add">
        <pc:chgData name="" userId="e5204af8dbf5f020" providerId="LiveId" clId="{4AF498D6-C3F7-4265-9176-421FE61E8BC8}" dt="2022-10-17T09:12:58.520" v="1288"/>
        <pc:sldMkLst>
          <pc:docMk/>
          <pc:sldMk cId="3476918496" sldId="259"/>
        </pc:sldMkLst>
        <pc:spChg chg="mod">
          <ac:chgData name="" userId="e5204af8dbf5f020" providerId="LiveId" clId="{4AF498D6-C3F7-4265-9176-421FE61E8BC8}" dt="2022-10-17T07:59:02.851" v="792" actId="20577"/>
          <ac:spMkLst>
            <pc:docMk/>
            <pc:sldMk cId="3476918496" sldId="259"/>
            <ac:spMk id="2" creationId="{789207C8-9B7A-4D51-8F5C-6005608C57E4}"/>
          </ac:spMkLst>
        </pc:spChg>
        <pc:spChg chg="add">
          <ac:chgData name="" userId="e5204af8dbf5f020" providerId="LiveId" clId="{4AF498D6-C3F7-4265-9176-421FE61E8BC8}" dt="2022-10-17T09:12:58.520" v="1288"/>
          <ac:spMkLst>
            <pc:docMk/>
            <pc:sldMk cId="3476918496" sldId="259"/>
            <ac:spMk id="3" creationId="{3160974A-5CAD-4814-8C2F-A9DAA7B13D05}"/>
          </ac:spMkLst>
        </pc:spChg>
      </pc:sldChg>
      <pc:sldChg chg="addSp modSp add">
        <pc:chgData name="" userId="e5204af8dbf5f020" providerId="LiveId" clId="{4AF498D6-C3F7-4265-9176-421FE61E8BC8}" dt="2022-10-17T09:12:59.531" v="1289"/>
        <pc:sldMkLst>
          <pc:docMk/>
          <pc:sldMk cId="2655853042" sldId="260"/>
        </pc:sldMkLst>
        <pc:spChg chg="mod">
          <ac:chgData name="" userId="e5204af8dbf5f020" providerId="LiveId" clId="{4AF498D6-C3F7-4265-9176-421FE61E8BC8}" dt="2022-10-17T08:10:27.181" v="844" actId="20577"/>
          <ac:spMkLst>
            <pc:docMk/>
            <pc:sldMk cId="2655853042" sldId="260"/>
            <ac:spMk id="2" creationId="{82AC64A8-D53C-432B-9CBA-1AFE0D24377C}"/>
          </ac:spMkLst>
        </pc:spChg>
        <pc:spChg chg="add">
          <ac:chgData name="" userId="e5204af8dbf5f020" providerId="LiveId" clId="{4AF498D6-C3F7-4265-9176-421FE61E8BC8}" dt="2022-10-17T09:12:59.531" v="1289"/>
          <ac:spMkLst>
            <pc:docMk/>
            <pc:sldMk cId="2655853042" sldId="260"/>
            <ac:spMk id="3" creationId="{08C0CF46-6EDB-4A9D-8FFE-F1ACE8482A28}"/>
          </ac:spMkLst>
        </pc:spChg>
      </pc:sldChg>
      <pc:sldChg chg="addSp delSp modSp add setBg">
        <pc:chgData name="" userId="e5204af8dbf5f020" providerId="LiveId" clId="{4AF498D6-C3F7-4265-9176-421FE61E8BC8}" dt="2022-10-19T14:06:37.805" v="2304" actId="20577"/>
        <pc:sldMkLst>
          <pc:docMk/>
          <pc:sldMk cId="2279393952" sldId="261"/>
        </pc:sldMkLst>
        <pc:spChg chg="mod">
          <ac:chgData name="" userId="e5204af8dbf5f020" providerId="LiveId" clId="{4AF498D6-C3F7-4265-9176-421FE61E8BC8}" dt="2022-10-17T08:55:31.273" v="1002" actId="20577"/>
          <ac:spMkLst>
            <pc:docMk/>
            <pc:sldMk cId="2279393952" sldId="261"/>
            <ac:spMk id="2" creationId="{11190A92-145A-4122-BF58-69CE17D39D70}"/>
          </ac:spMkLst>
        </pc:spChg>
        <pc:spChg chg="add mod">
          <ac:chgData name="" userId="e5204af8dbf5f020" providerId="LiveId" clId="{4AF498D6-C3F7-4265-9176-421FE61E8BC8}" dt="2022-10-19T14:02:07.738" v="2224" actId="20577"/>
          <ac:spMkLst>
            <pc:docMk/>
            <pc:sldMk cId="2279393952" sldId="261"/>
            <ac:spMk id="3" creationId="{2D1FD435-353D-413E-893C-B07C0306C20D}"/>
          </ac:spMkLst>
        </pc:spChg>
        <pc:spChg chg="add del mod">
          <ac:chgData name="" userId="e5204af8dbf5f020" providerId="LiveId" clId="{4AF498D6-C3F7-4265-9176-421FE61E8BC8}" dt="2022-10-17T08:56:06.099" v="1020" actId="478"/>
          <ac:spMkLst>
            <pc:docMk/>
            <pc:sldMk cId="2279393952" sldId="261"/>
            <ac:spMk id="4" creationId="{84076D2D-1897-4F2D-B0C9-B21BCF5C8B9C}"/>
          </ac:spMkLst>
        </pc:spChg>
        <pc:spChg chg="add del mod">
          <ac:chgData name="" userId="e5204af8dbf5f020" providerId="LiveId" clId="{4AF498D6-C3F7-4265-9176-421FE61E8BC8}" dt="2022-10-17T08:56:07.035" v="1021" actId="478"/>
          <ac:spMkLst>
            <pc:docMk/>
            <pc:sldMk cId="2279393952" sldId="261"/>
            <ac:spMk id="5" creationId="{21FF496A-A51D-4CCE-AABF-6CFF8BBE6E73}"/>
          </ac:spMkLst>
        </pc:spChg>
        <pc:spChg chg="add del mod">
          <ac:chgData name="" userId="e5204af8dbf5f020" providerId="LiveId" clId="{4AF498D6-C3F7-4265-9176-421FE61E8BC8}" dt="2022-10-17T08:55:32.077" v="1004"/>
          <ac:spMkLst>
            <pc:docMk/>
            <pc:sldMk cId="2279393952" sldId="261"/>
            <ac:spMk id="6" creationId="{7F34734A-139E-4C11-BC04-56502C4CB5EC}"/>
          </ac:spMkLst>
        </pc:spChg>
        <pc:spChg chg="add mod">
          <ac:chgData name="" userId="e5204af8dbf5f020" providerId="LiveId" clId="{4AF498D6-C3F7-4265-9176-421FE61E8BC8}" dt="2022-10-19T14:04:29.074" v="2261" actId="20577"/>
          <ac:spMkLst>
            <pc:docMk/>
            <pc:sldMk cId="2279393952" sldId="261"/>
            <ac:spMk id="7" creationId="{401DBE46-AC3F-424E-8F8B-4EECCFB2AAEF}"/>
          </ac:spMkLst>
        </pc:spChg>
        <pc:spChg chg="add mod">
          <ac:chgData name="" userId="e5204af8dbf5f020" providerId="LiveId" clId="{4AF498D6-C3F7-4265-9176-421FE61E8BC8}" dt="2022-10-19T14:06:37.805" v="2304" actId="20577"/>
          <ac:spMkLst>
            <pc:docMk/>
            <pc:sldMk cId="2279393952" sldId="261"/>
            <ac:spMk id="8" creationId="{8C1B8016-A6CE-4F51-8116-0A4DAAE42A39}"/>
          </ac:spMkLst>
        </pc:spChg>
        <pc:spChg chg="add mod">
          <ac:chgData name="" userId="e5204af8dbf5f020" providerId="LiveId" clId="{4AF498D6-C3F7-4265-9176-421FE61E8BC8}" dt="2022-10-17T08:56:55.324" v="1035" actId="207"/>
          <ac:spMkLst>
            <pc:docMk/>
            <pc:sldMk cId="2279393952" sldId="261"/>
            <ac:spMk id="9" creationId="{79122AD0-6379-4875-82BE-A5A3054596AC}"/>
          </ac:spMkLst>
        </pc:spChg>
        <pc:spChg chg="add mod">
          <ac:chgData name="" userId="e5204af8dbf5f020" providerId="LiveId" clId="{4AF498D6-C3F7-4265-9176-421FE61E8BC8}" dt="2022-10-17T08:57:02.518" v="1037" actId="1076"/>
          <ac:spMkLst>
            <pc:docMk/>
            <pc:sldMk cId="2279393952" sldId="261"/>
            <ac:spMk id="10" creationId="{BFA6A045-532F-437A-AF97-C131BED38A74}"/>
          </ac:spMkLst>
        </pc:spChg>
        <pc:spChg chg="add">
          <ac:chgData name="" userId="e5204af8dbf5f020" providerId="LiveId" clId="{4AF498D6-C3F7-4265-9176-421FE61E8BC8}" dt="2022-10-17T09:13:00.542" v="1290"/>
          <ac:spMkLst>
            <pc:docMk/>
            <pc:sldMk cId="2279393952" sldId="261"/>
            <ac:spMk id="11" creationId="{775B6C90-D88A-46DB-95AE-BC4AD9AB1705}"/>
          </ac:spMkLst>
        </pc:spChg>
      </pc:sldChg>
      <pc:sldChg chg="addSp modSp add setBg">
        <pc:chgData name="" userId="e5204af8dbf5f020" providerId="LiveId" clId="{4AF498D6-C3F7-4265-9176-421FE61E8BC8}" dt="2022-10-17T09:13:02.104" v="1291"/>
        <pc:sldMkLst>
          <pc:docMk/>
          <pc:sldMk cId="2416529566" sldId="262"/>
        </pc:sldMkLst>
        <pc:spChg chg="mod">
          <ac:chgData name="" userId="e5204af8dbf5f020" providerId="LiveId" clId="{4AF498D6-C3F7-4265-9176-421FE61E8BC8}" dt="2022-10-17T09:01:57.707" v="1089" actId="20577"/>
          <ac:spMkLst>
            <pc:docMk/>
            <pc:sldMk cId="2416529566" sldId="262"/>
            <ac:spMk id="2" creationId="{8160400D-BB21-437D-B36F-A076B2481319}"/>
          </ac:spMkLst>
        </pc:spChg>
        <pc:spChg chg="add">
          <ac:chgData name="" userId="e5204af8dbf5f020" providerId="LiveId" clId="{4AF498D6-C3F7-4265-9176-421FE61E8BC8}" dt="2022-10-17T09:13:02.104" v="1291"/>
          <ac:spMkLst>
            <pc:docMk/>
            <pc:sldMk cId="2416529566" sldId="262"/>
            <ac:spMk id="4" creationId="{9F7B7957-1D7B-46DA-86B9-7757A99C7C71}"/>
          </ac:spMkLst>
        </pc:spChg>
        <pc:picChg chg="add mod modCrop">
          <ac:chgData name="" userId="e5204af8dbf5f020" providerId="LiveId" clId="{4AF498D6-C3F7-4265-9176-421FE61E8BC8}" dt="2022-10-17T09:01:48.034" v="1088" actId="1076"/>
          <ac:picMkLst>
            <pc:docMk/>
            <pc:sldMk cId="2416529566" sldId="262"/>
            <ac:picMk id="3" creationId="{64ABA5BA-C273-463B-B25B-2406C03D714D}"/>
          </ac:picMkLst>
        </pc:picChg>
      </pc:sldChg>
      <pc:sldChg chg="addSp delSp modSp add">
        <pc:chgData name="" userId="e5204af8dbf5f020" providerId="LiveId" clId="{4AF498D6-C3F7-4265-9176-421FE61E8BC8}" dt="2022-10-17T09:13:03.396" v="1292"/>
        <pc:sldMkLst>
          <pc:docMk/>
          <pc:sldMk cId="2194026366" sldId="263"/>
        </pc:sldMkLst>
        <pc:spChg chg="mod">
          <ac:chgData name="" userId="e5204af8dbf5f020" providerId="LiveId" clId="{4AF498D6-C3F7-4265-9176-421FE61E8BC8}" dt="2022-10-17T09:11:14.648" v="1237" actId="20577"/>
          <ac:spMkLst>
            <pc:docMk/>
            <pc:sldMk cId="2194026366" sldId="263"/>
            <ac:spMk id="2" creationId="{74CEB53A-E4DB-4FE7-BB2A-36FF79F3E5FA}"/>
          </ac:spMkLst>
        </pc:spChg>
        <pc:spChg chg="add mod">
          <ac:chgData name="" userId="e5204af8dbf5f020" providerId="LiveId" clId="{4AF498D6-C3F7-4265-9176-421FE61E8BC8}" dt="2022-10-17T09:09:27.885" v="1218" actId="164"/>
          <ac:spMkLst>
            <pc:docMk/>
            <pc:sldMk cId="2194026366" sldId="263"/>
            <ac:spMk id="5" creationId="{06268608-9D71-4422-A596-BC6A86EF0927}"/>
          </ac:spMkLst>
        </pc:spChg>
        <pc:spChg chg="add mod">
          <ac:chgData name="" userId="e5204af8dbf5f020" providerId="LiveId" clId="{4AF498D6-C3F7-4265-9176-421FE61E8BC8}" dt="2022-10-17T09:09:27.885" v="1218" actId="164"/>
          <ac:spMkLst>
            <pc:docMk/>
            <pc:sldMk cId="2194026366" sldId="263"/>
            <ac:spMk id="6" creationId="{91719244-831F-45A6-9CE8-34A24149DCB0}"/>
          </ac:spMkLst>
        </pc:spChg>
        <pc:spChg chg="add mod">
          <ac:chgData name="" userId="e5204af8dbf5f020" providerId="LiveId" clId="{4AF498D6-C3F7-4265-9176-421FE61E8BC8}" dt="2022-10-17T09:09:27.885" v="1218" actId="164"/>
          <ac:spMkLst>
            <pc:docMk/>
            <pc:sldMk cId="2194026366" sldId="263"/>
            <ac:spMk id="7" creationId="{686395DB-7714-4F40-B951-50640E07208E}"/>
          </ac:spMkLst>
        </pc:spChg>
        <pc:spChg chg="add mod">
          <ac:chgData name="" userId="e5204af8dbf5f020" providerId="LiveId" clId="{4AF498D6-C3F7-4265-9176-421FE61E8BC8}" dt="2022-10-17T09:09:27.885" v="1218" actId="164"/>
          <ac:spMkLst>
            <pc:docMk/>
            <pc:sldMk cId="2194026366" sldId="263"/>
            <ac:spMk id="8" creationId="{A91A54BF-9F0E-4160-878A-23EBD082BF65}"/>
          </ac:spMkLst>
        </pc:spChg>
        <pc:spChg chg="add mod">
          <ac:chgData name="" userId="e5204af8dbf5f020" providerId="LiveId" clId="{4AF498D6-C3F7-4265-9176-421FE61E8BC8}" dt="2022-10-17T09:09:27.885" v="1218" actId="164"/>
          <ac:spMkLst>
            <pc:docMk/>
            <pc:sldMk cId="2194026366" sldId="263"/>
            <ac:spMk id="9" creationId="{C7A38DA9-8F80-41A4-BF0D-5376BBDC5EB7}"/>
          </ac:spMkLst>
        </pc:spChg>
        <pc:spChg chg="add mod">
          <ac:chgData name="" userId="e5204af8dbf5f020" providerId="LiveId" clId="{4AF498D6-C3F7-4265-9176-421FE61E8BC8}" dt="2022-10-17T09:09:27.885" v="1218" actId="164"/>
          <ac:spMkLst>
            <pc:docMk/>
            <pc:sldMk cId="2194026366" sldId="263"/>
            <ac:spMk id="10" creationId="{4A8A3574-2F2B-48A0-AFF2-3288A5998E0D}"/>
          </ac:spMkLst>
        </pc:spChg>
        <pc:spChg chg="add mod">
          <ac:chgData name="" userId="e5204af8dbf5f020" providerId="LiveId" clId="{4AF498D6-C3F7-4265-9176-421FE61E8BC8}" dt="2022-10-17T09:09:27.885" v="1218" actId="164"/>
          <ac:spMkLst>
            <pc:docMk/>
            <pc:sldMk cId="2194026366" sldId="263"/>
            <ac:spMk id="11" creationId="{07A4929B-D6EE-48D2-9207-C86269431C0E}"/>
          </ac:spMkLst>
        </pc:spChg>
        <pc:spChg chg="add mod">
          <ac:chgData name="" userId="e5204af8dbf5f020" providerId="LiveId" clId="{4AF498D6-C3F7-4265-9176-421FE61E8BC8}" dt="2022-10-17T09:09:27.885" v="1218" actId="164"/>
          <ac:spMkLst>
            <pc:docMk/>
            <pc:sldMk cId="2194026366" sldId="263"/>
            <ac:spMk id="12" creationId="{0EFA80EA-0334-43A2-8C7E-1C000D915ACF}"/>
          </ac:spMkLst>
        </pc:spChg>
        <pc:spChg chg="add mod">
          <ac:chgData name="" userId="e5204af8dbf5f020" providerId="LiveId" clId="{4AF498D6-C3F7-4265-9176-421FE61E8BC8}" dt="2022-10-17T09:09:27.885" v="1218" actId="164"/>
          <ac:spMkLst>
            <pc:docMk/>
            <pc:sldMk cId="2194026366" sldId="263"/>
            <ac:spMk id="13" creationId="{723211D2-FC6C-4003-9CC4-EEE0F941A162}"/>
          </ac:spMkLst>
        </pc:spChg>
        <pc:spChg chg="add mod">
          <ac:chgData name="" userId="e5204af8dbf5f020" providerId="LiveId" clId="{4AF498D6-C3F7-4265-9176-421FE61E8BC8}" dt="2022-10-17T09:09:27.885" v="1218" actId="164"/>
          <ac:spMkLst>
            <pc:docMk/>
            <pc:sldMk cId="2194026366" sldId="263"/>
            <ac:spMk id="14" creationId="{F2E0790F-0A03-413A-8025-4F67FCF7F1DD}"/>
          </ac:spMkLst>
        </pc:spChg>
        <pc:spChg chg="add mod">
          <ac:chgData name="" userId="e5204af8dbf5f020" providerId="LiveId" clId="{4AF498D6-C3F7-4265-9176-421FE61E8BC8}" dt="2022-10-17T09:09:27.885" v="1218" actId="164"/>
          <ac:spMkLst>
            <pc:docMk/>
            <pc:sldMk cId="2194026366" sldId="263"/>
            <ac:spMk id="15" creationId="{7F73296B-D7B4-4B6F-9CD0-534FBE9BE3CE}"/>
          </ac:spMkLst>
        </pc:spChg>
        <pc:spChg chg="add mod">
          <ac:chgData name="" userId="e5204af8dbf5f020" providerId="LiveId" clId="{4AF498D6-C3F7-4265-9176-421FE61E8BC8}" dt="2022-10-17T09:09:27.885" v="1218" actId="164"/>
          <ac:spMkLst>
            <pc:docMk/>
            <pc:sldMk cId="2194026366" sldId="263"/>
            <ac:spMk id="16" creationId="{FC780BEE-39AD-4A46-BA4A-3435A770B1D6}"/>
          </ac:spMkLst>
        </pc:spChg>
        <pc:spChg chg="add mod">
          <ac:chgData name="" userId="e5204af8dbf5f020" providerId="LiveId" clId="{4AF498D6-C3F7-4265-9176-421FE61E8BC8}" dt="2022-10-17T09:09:27.885" v="1218" actId="164"/>
          <ac:spMkLst>
            <pc:docMk/>
            <pc:sldMk cId="2194026366" sldId="263"/>
            <ac:spMk id="17" creationId="{1054ECF2-89BC-40DC-8DCD-59D162209130}"/>
          </ac:spMkLst>
        </pc:spChg>
        <pc:spChg chg="add del mod">
          <ac:chgData name="" userId="e5204af8dbf5f020" providerId="LiveId" clId="{4AF498D6-C3F7-4265-9176-421FE61E8BC8}" dt="2022-10-17T09:05:59.526" v="1153" actId="478"/>
          <ac:spMkLst>
            <pc:docMk/>
            <pc:sldMk cId="2194026366" sldId="263"/>
            <ac:spMk id="18" creationId="{BAB59A9F-1393-4586-9FA1-37D5EED18D02}"/>
          </ac:spMkLst>
        </pc:spChg>
        <pc:spChg chg="add">
          <ac:chgData name="" userId="e5204af8dbf5f020" providerId="LiveId" clId="{4AF498D6-C3F7-4265-9176-421FE61E8BC8}" dt="2022-10-17T09:13:03.396" v="1292"/>
          <ac:spMkLst>
            <pc:docMk/>
            <pc:sldMk cId="2194026366" sldId="263"/>
            <ac:spMk id="60" creationId="{3FA7D470-D717-4576-812D-6427BB44EBEE}"/>
          </ac:spMkLst>
        </pc:spChg>
        <pc:grpChg chg="add mod">
          <ac:chgData name="" userId="e5204af8dbf5f020" providerId="LiveId" clId="{4AF498D6-C3F7-4265-9176-421FE61E8BC8}" dt="2022-10-17T09:09:35.683" v="1219" actId="1076"/>
          <ac:grpSpMkLst>
            <pc:docMk/>
            <pc:sldMk cId="2194026366" sldId="263"/>
            <ac:grpSpMk id="59" creationId="{698D1D5F-B23A-4C63-99DC-955FE53A8710}"/>
          </ac:grpSpMkLst>
        </pc:grpChg>
        <pc:picChg chg="add mod">
          <ac:chgData name="" userId="e5204af8dbf5f020" providerId="LiveId" clId="{4AF498D6-C3F7-4265-9176-421FE61E8BC8}" dt="2022-10-17T09:02:09.854" v="1093" actId="1076"/>
          <ac:picMkLst>
            <pc:docMk/>
            <pc:sldMk cId="2194026366" sldId="263"/>
            <ac:picMk id="3" creationId="{5F92EEC7-365F-4ADF-A6FB-E56071800EE6}"/>
          </ac:picMkLst>
        </pc:picChg>
        <pc:picChg chg="add del mod">
          <ac:chgData name="" userId="e5204af8dbf5f020" providerId="LiveId" clId="{4AF498D6-C3F7-4265-9176-421FE61E8BC8}" dt="2022-10-17T09:09:07.018" v="1217" actId="478"/>
          <ac:picMkLst>
            <pc:docMk/>
            <pc:sldMk cId="2194026366" sldId="263"/>
            <ac:picMk id="4" creationId="{DF385C1D-74F9-41B8-9C1C-4FDD16FC86C5}"/>
          </ac:picMkLst>
        </pc:picChg>
        <pc:cxnChg chg="add mod">
          <ac:chgData name="" userId="e5204af8dbf5f020" providerId="LiveId" clId="{4AF498D6-C3F7-4265-9176-421FE61E8BC8}" dt="2022-10-17T09:09:27.885" v="1218" actId="164"/>
          <ac:cxnSpMkLst>
            <pc:docMk/>
            <pc:sldMk cId="2194026366" sldId="263"/>
            <ac:cxnSpMk id="20" creationId="{13BC344E-0434-48DB-A503-AD3A6F428B56}"/>
          </ac:cxnSpMkLst>
        </pc:cxnChg>
        <pc:cxnChg chg="add mod">
          <ac:chgData name="" userId="e5204af8dbf5f020" providerId="LiveId" clId="{4AF498D6-C3F7-4265-9176-421FE61E8BC8}" dt="2022-10-17T09:09:27.885" v="1218" actId="164"/>
          <ac:cxnSpMkLst>
            <pc:docMk/>
            <pc:sldMk cId="2194026366" sldId="263"/>
            <ac:cxnSpMk id="21" creationId="{781FE5EB-15D1-4A7F-B2DA-B1C9430FBF7A}"/>
          </ac:cxnSpMkLst>
        </pc:cxnChg>
        <pc:cxnChg chg="add mod">
          <ac:chgData name="" userId="e5204af8dbf5f020" providerId="LiveId" clId="{4AF498D6-C3F7-4265-9176-421FE61E8BC8}" dt="2022-10-17T09:09:27.885" v="1218" actId="164"/>
          <ac:cxnSpMkLst>
            <pc:docMk/>
            <pc:sldMk cId="2194026366" sldId="263"/>
            <ac:cxnSpMk id="22" creationId="{3FDB76B1-36DD-4350-BA4A-00EDFEAD607D}"/>
          </ac:cxnSpMkLst>
        </pc:cxnChg>
        <pc:cxnChg chg="add mod">
          <ac:chgData name="" userId="e5204af8dbf5f020" providerId="LiveId" clId="{4AF498D6-C3F7-4265-9176-421FE61E8BC8}" dt="2022-10-17T09:09:27.885" v="1218" actId="164"/>
          <ac:cxnSpMkLst>
            <pc:docMk/>
            <pc:sldMk cId="2194026366" sldId="263"/>
            <ac:cxnSpMk id="23" creationId="{65EEB6C3-9AA1-43F8-AECE-EAACFF62A031}"/>
          </ac:cxnSpMkLst>
        </pc:cxnChg>
        <pc:cxnChg chg="add mod">
          <ac:chgData name="" userId="e5204af8dbf5f020" providerId="LiveId" clId="{4AF498D6-C3F7-4265-9176-421FE61E8BC8}" dt="2022-10-17T09:09:27.885" v="1218" actId="164"/>
          <ac:cxnSpMkLst>
            <pc:docMk/>
            <pc:sldMk cId="2194026366" sldId="263"/>
            <ac:cxnSpMk id="24" creationId="{EA3522B2-6B3B-4899-8B07-F2532F1C605E}"/>
          </ac:cxnSpMkLst>
        </pc:cxnChg>
        <pc:cxnChg chg="add mod">
          <ac:chgData name="" userId="e5204af8dbf5f020" providerId="LiveId" clId="{4AF498D6-C3F7-4265-9176-421FE61E8BC8}" dt="2022-10-17T09:09:27.885" v="1218" actId="164"/>
          <ac:cxnSpMkLst>
            <pc:docMk/>
            <pc:sldMk cId="2194026366" sldId="263"/>
            <ac:cxnSpMk id="25" creationId="{FF94F24A-11FC-4D31-B6A8-BD42D5091B69}"/>
          </ac:cxnSpMkLst>
        </pc:cxnChg>
        <pc:cxnChg chg="add mod">
          <ac:chgData name="" userId="e5204af8dbf5f020" providerId="LiveId" clId="{4AF498D6-C3F7-4265-9176-421FE61E8BC8}" dt="2022-10-17T09:09:27.885" v="1218" actId="164"/>
          <ac:cxnSpMkLst>
            <pc:docMk/>
            <pc:sldMk cId="2194026366" sldId="263"/>
            <ac:cxnSpMk id="26" creationId="{3D313CCD-49CE-451C-A91F-E767FE812C97}"/>
          </ac:cxnSpMkLst>
        </pc:cxnChg>
        <pc:cxnChg chg="add mod">
          <ac:chgData name="" userId="e5204af8dbf5f020" providerId="LiveId" clId="{4AF498D6-C3F7-4265-9176-421FE61E8BC8}" dt="2022-10-17T09:09:27.885" v="1218" actId="164"/>
          <ac:cxnSpMkLst>
            <pc:docMk/>
            <pc:sldMk cId="2194026366" sldId="263"/>
            <ac:cxnSpMk id="27" creationId="{6407445B-0776-451A-BD8A-5C22A01C3568}"/>
          </ac:cxnSpMkLst>
        </pc:cxnChg>
        <pc:cxnChg chg="add mod">
          <ac:chgData name="" userId="e5204af8dbf5f020" providerId="LiveId" clId="{4AF498D6-C3F7-4265-9176-421FE61E8BC8}" dt="2022-10-17T09:09:27.885" v="1218" actId="164"/>
          <ac:cxnSpMkLst>
            <pc:docMk/>
            <pc:sldMk cId="2194026366" sldId="263"/>
            <ac:cxnSpMk id="28" creationId="{838532CF-1876-4734-A9AD-0F79EB99EB29}"/>
          </ac:cxnSpMkLst>
        </pc:cxnChg>
        <pc:cxnChg chg="add mod">
          <ac:chgData name="" userId="e5204af8dbf5f020" providerId="LiveId" clId="{4AF498D6-C3F7-4265-9176-421FE61E8BC8}" dt="2022-10-17T09:09:27.885" v="1218" actId="164"/>
          <ac:cxnSpMkLst>
            <pc:docMk/>
            <pc:sldMk cId="2194026366" sldId="263"/>
            <ac:cxnSpMk id="29" creationId="{474FDA02-84CC-4907-B95C-772157005D3F}"/>
          </ac:cxnSpMkLst>
        </pc:cxnChg>
        <pc:cxnChg chg="add mod">
          <ac:chgData name="" userId="e5204af8dbf5f020" providerId="LiveId" clId="{4AF498D6-C3F7-4265-9176-421FE61E8BC8}" dt="2022-10-17T09:09:27.885" v="1218" actId="164"/>
          <ac:cxnSpMkLst>
            <pc:docMk/>
            <pc:sldMk cId="2194026366" sldId="263"/>
            <ac:cxnSpMk id="30" creationId="{D9C0F799-2DC2-4692-91D1-CAB6A434FCF8}"/>
          </ac:cxnSpMkLst>
        </pc:cxnChg>
        <pc:cxnChg chg="add mod">
          <ac:chgData name="" userId="e5204af8dbf5f020" providerId="LiveId" clId="{4AF498D6-C3F7-4265-9176-421FE61E8BC8}" dt="2022-10-17T09:09:27.885" v="1218" actId="164"/>
          <ac:cxnSpMkLst>
            <pc:docMk/>
            <pc:sldMk cId="2194026366" sldId="263"/>
            <ac:cxnSpMk id="31" creationId="{AAAC5397-36D0-4334-9A4A-2835B5FC5A11}"/>
          </ac:cxnSpMkLst>
        </pc:cxnChg>
        <pc:cxnChg chg="add del">
          <ac:chgData name="" userId="e5204af8dbf5f020" providerId="LiveId" clId="{4AF498D6-C3F7-4265-9176-421FE61E8BC8}" dt="2022-10-17T09:07:20.339" v="1197" actId="478"/>
          <ac:cxnSpMkLst>
            <pc:docMk/>
            <pc:sldMk cId="2194026366" sldId="263"/>
            <ac:cxnSpMk id="32" creationId="{9B0D9EAC-1C7F-495E-A2EB-934127886D2A}"/>
          </ac:cxnSpMkLst>
        </pc:cxnChg>
        <pc:cxnChg chg="add del">
          <ac:chgData name="" userId="e5204af8dbf5f020" providerId="LiveId" clId="{4AF498D6-C3F7-4265-9176-421FE61E8BC8}" dt="2022-10-17T09:07:19.777" v="1196" actId="478"/>
          <ac:cxnSpMkLst>
            <pc:docMk/>
            <pc:sldMk cId="2194026366" sldId="263"/>
            <ac:cxnSpMk id="33" creationId="{49676932-8E10-4219-9DC4-9214ECCA8DC6}"/>
          </ac:cxnSpMkLst>
        </pc:cxnChg>
        <pc:cxnChg chg="add del">
          <ac:chgData name="" userId="e5204af8dbf5f020" providerId="LiveId" clId="{4AF498D6-C3F7-4265-9176-421FE61E8BC8}" dt="2022-10-17T09:07:19.350" v="1195" actId="478"/>
          <ac:cxnSpMkLst>
            <pc:docMk/>
            <pc:sldMk cId="2194026366" sldId="263"/>
            <ac:cxnSpMk id="34" creationId="{A7D19C77-1509-462B-801D-100B7666F46D}"/>
          </ac:cxnSpMkLst>
        </pc:cxnChg>
        <pc:cxnChg chg="add del">
          <ac:chgData name="" userId="e5204af8dbf5f020" providerId="LiveId" clId="{4AF498D6-C3F7-4265-9176-421FE61E8BC8}" dt="2022-10-17T09:07:18.713" v="1194" actId="478"/>
          <ac:cxnSpMkLst>
            <pc:docMk/>
            <pc:sldMk cId="2194026366" sldId="263"/>
            <ac:cxnSpMk id="35" creationId="{DB865108-191D-4630-8504-41F56FCB188A}"/>
          </ac:cxnSpMkLst>
        </pc:cxnChg>
        <pc:cxnChg chg="add del">
          <ac:chgData name="" userId="e5204af8dbf5f020" providerId="LiveId" clId="{4AF498D6-C3F7-4265-9176-421FE61E8BC8}" dt="2022-10-17T09:07:17.791" v="1193" actId="478"/>
          <ac:cxnSpMkLst>
            <pc:docMk/>
            <pc:sldMk cId="2194026366" sldId="263"/>
            <ac:cxnSpMk id="36" creationId="{846099A4-0BB8-4A02-B191-E27A4FCA6D65}"/>
          </ac:cxnSpMkLst>
        </pc:cxnChg>
      </pc:sldChg>
      <pc:sldChg chg="addSp modSp add">
        <pc:chgData name="" userId="e5204af8dbf5f020" providerId="LiveId" clId="{4AF498D6-C3F7-4265-9176-421FE61E8BC8}" dt="2022-10-19T14:06:29.692" v="2302" actId="1036"/>
        <pc:sldMkLst>
          <pc:docMk/>
          <pc:sldMk cId="330483400" sldId="264"/>
        </pc:sldMkLst>
        <pc:spChg chg="mod">
          <ac:chgData name="" userId="e5204af8dbf5f020" providerId="LiveId" clId="{4AF498D6-C3F7-4265-9176-421FE61E8BC8}" dt="2022-10-19T12:43:49.763" v="2150" actId="2711"/>
          <ac:spMkLst>
            <pc:docMk/>
            <pc:sldMk cId="330483400" sldId="264"/>
            <ac:spMk id="2" creationId="{84467818-42DB-41D7-B7F6-13A988CBE74C}"/>
          </ac:spMkLst>
        </pc:spChg>
        <pc:spChg chg="add mod">
          <ac:chgData name="" userId="e5204af8dbf5f020" providerId="LiveId" clId="{4AF498D6-C3F7-4265-9176-421FE61E8BC8}" dt="2022-10-19T14:06:29.692" v="2302" actId="1036"/>
          <ac:spMkLst>
            <pc:docMk/>
            <pc:sldMk cId="330483400" sldId="264"/>
            <ac:spMk id="3" creationId="{DDE78081-EB67-488C-A30D-4F37AF19BCCC}"/>
          </ac:spMkLst>
        </pc:spChg>
      </pc:sldChg>
      <pc:sldChg chg="addSp modSp add">
        <pc:chgData name="" userId="e5204af8dbf5f020" providerId="LiveId" clId="{4AF498D6-C3F7-4265-9176-421FE61E8BC8}" dt="2022-10-19T14:49:55.730" v="2415" actId="1076"/>
        <pc:sldMkLst>
          <pc:docMk/>
          <pc:sldMk cId="2369034823" sldId="265"/>
        </pc:sldMkLst>
        <pc:spChg chg="mod">
          <ac:chgData name="" userId="e5204af8dbf5f020" providerId="LiveId" clId="{4AF498D6-C3F7-4265-9176-421FE61E8BC8}" dt="2022-10-19T12:44:04.857" v="2156" actId="20577"/>
          <ac:spMkLst>
            <pc:docMk/>
            <pc:sldMk cId="2369034823" sldId="265"/>
            <ac:spMk id="2" creationId="{1C5783B0-665F-4212-AE2B-2C37B03D4F84}"/>
          </ac:spMkLst>
        </pc:spChg>
        <pc:spChg chg="add mod">
          <ac:chgData name="" userId="e5204af8dbf5f020" providerId="LiveId" clId="{4AF498D6-C3F7-4265-9176-421FE61E8BC8}" dt="2022-10-19T14:49:55.730" v="2415" actId="1076"/>
          <ac:spMkLst>
            <pc:docMk/>
            <pc:sldMk cId="2369034823" sldId="265"/>
            <ac:spMk id="4" creationId="{465092C6-60F6-4D17-B589-E42F6ADF540A}"/>
          </ac:spMkLst>
        </pc:spChg>
        <pc:spChg chg="add">
          <ac:chgData name="" userId="e5204af8dbf5f020" providerId="LiveId" clId="{4AF498D6-C3F7-4265-9176-421FE61E8BC8}" dt="2022-10-19T14:06:48.904" v="2305"/>
          <ac:spMkLst>
            <pc:docMk/>
            <pc:sldMk cId="2369034823" sldId="265"/>
            <ac:spMk id="5" creationId="{F8BD29DA-879A-476A-B8C3-EE8F7BF1F25E}"/>
          </ac:spMkLst>
        </pc:spChg>
        <pc:graphicFrameChg chg="add mod modGraphic">
          <ac:chgData name="" userId="e5204af8dbf5f020" providerId="LiveId" clId="{4AF498D6-C3F7-4265-9176-421FE61E8BC8}" dt="2022-10-17T09:19:18.440" v="1361" actId="14734"/>
          <ac:graphicFrameMkLst>
            <pc:docMk/>
            <pc:sldMk cId="2369034823" sldId="265"/>
            <ac:graphicFrameMk id="3" creationId="{C242931A-CB32-472F-92A5-C2D304C08B00}"/>
          </ac:graphicFrameMkLst>
        </pc:graphicFrameChg>
      </pc:sldChg>
      <pc:sldChg chg="modSp add">
        <pc:chgData name="" userId="e5204af8dbf5f020" providerId="LiveId" clId="{4AF498D6-C3F7-4265-9176-421FE61E8BC8}" dt="2022-10-19T14:08:18.420" v="2389" actId="20577"/>
        <pc:sldMkLst>
          <pc:docMk/>
          <pc:sldMk cId="2174178648" sldId="266"/>
        </pc:sldMkLst>
        <pc:spChg chg="mod">
          <ac:chgData name="" userId="e5204af8dbf5f020" providerId="LiveId" clId="{4AF498D6-C3F7-4265-9176-421FE61E8BC8}" dt="2022-10-17T09:29:55.818" v="1436" actId="115"/>
          <ac:spMkLst>
            <pc:docMk/>
            <pc:sldMk cId="2174178648" sldId="266"/>
            <ac:spMk id="2" creationId="{DA4A7845-9FC4-43B2-9801-829441189C00}"/>
          </ac:spMkLst>
        </pc:spChg>
        <pc:spChg chg="mod">
          <ac:chgData name="" userId="e5204af8dbf5f020" providerId="LiveId" clId="{4AF498D6-C3F7-4265-9176-421FE61E8BC8}" dt="2022-10-19T14:08:18.420" v="2389" actId="20577"/>
          <ac:spMkLst>
            <pc:docMk/>
            <pc:sldMk cId="2174178648" sldId="266"/>
            <ac:spMk id="3" creationId="{D3B29B9E-7037-4966-8C59-E933C187220C}"/>
          </ac:spMkLst>
        </pc:spChg>
      </pc:sldChg>
      <pc:sldChg chg="modSp add">
        <pc:chgData name="" userId="e5204af8dbf5f020" providerId="LiveId" clId="{4AF498D6-C3F7-4265-9176-421FE61E8BC8}" dt="2022-10-19T14:08:06.273" v="2375"/>
        <pc:sldMkLst>
          <pc:docMk/>
          <pc:sldMk cId="770028657" sldId="267"/>
        </pc:sldMkLst>
        <pc:spChg chg="mod">
          <ac:chgData name="" userId="e5204af8dbf5f020" providerId="LiveId" clId="{4AF498D6-C3F7-4265-9176-421FE61E8BC8}" dt="2022-10-19T08:04:28.023" v="1482" actId="27636"/>
          <ac:spMkLst>
            <pc:docMk/>
            <pc:sldMk cId="770028657" sldId="267"/>
            <ac:spMk id="2" creationId="{3246246F-AD9A-4FA7-A35E-FD33CF3F1578}"/>
          </ac:spMkLst>
        </pc:spChg>
        <pc:spChg chg="mod">
          <ac:chgData name="" userId="e5204af8dbf5f020" providerId="LiveId" clId="{4AF498D6-C3F7-4265-9176-421FE61E8BC8}" dt="2022-10-19T14:08:06.273" v="2375"/>
          <ac:spMkLst>
            <pc:docMk/>
            <pc:sldMk cId="770028657" sldId="267"/>
            <ac:spMk id="3" creationId="{71AD1FF2-3A1D-4AE6-B320-BD72275EFE84}"/>
          </ac:spMkLst>
        </pc:spChg>
      </pc:sldChg>
      <pc:sldChg chg="addSp modSp add">
        <pc:chgData name="" userId="e5204af8dbf5f020" providerId="LiveId" clId="{4AF498D6-C3F7-4265-9176-421FE61E8BC8}" dt="2022-10-19T14:08:00.207" v="2373"/>
        <pc:sldMkLst>
          <pc:docMk/>
          <pc:sldMk cId="1227123145" sldId="268"/>
        </pc:sldMkLst>
        <pc:spChg chg="mod">
          <ac:chgData name="" userId="e5204af8dbf5f020" providerId="LiveId" clId="{4AF498D6-C3F7-4265-9176-421FE61E8BC8}" dt="2022-10-19T08:13:19.733" v="1484"/>
          <ac:spMkLst>
            <pc:docMk/>
            <pc:sldMk cId="1227123145" sldId="268"/>
            <ac:spMk id="2" creationId="{69B2EBBE-206F-4BD1-BD90-55D8A9F5DC02}"/>
          </ac:spMkLst>
        </pc:spChg>
        <pc:spChg chg="mod">
          <ac:chgData name="" userId="e5204af8dbf5f020" providerId="LiveId" clId="{4AF498D6-C3F7-4265-9176-421FE61E8BC8}" dt="2022-10-19T14:08:00.207" v="2373"/>
          <ac:spMkLst>
            <pc:docMk/>
            <pc:sldMk cId="1227123145" sldId="268"/>
            <ac:spMk id="3" creationId="{9C963F05-84A8-4E75-922F-301094527DB2}"/>
          </ac:spMkLst>
        </pc:spChg>
        <pc:spChg chg="add mod">
          <ac:chgData name="" userId="e5204af8dbf5f020" providerId="LiveId" clId="{4AF498D6-C3F7-4265-9176-421FE61E8BC8}" dt="2022-10-19T08:14:22.703" v="1496" actId="20577"/>
          <ac:spMkLst>
            <pc:docMk/>
            <pc:sldMk cId="1227123145" sldId="268"/>
            <ac:spMk id="5" creationId="{C849DAE6-050F-47FC-BF52-CC68696DD8AD}"/>
          </ac:spMkLst>
        </pc:spChg>
        <pc:picChg chg="add mod">
          <ac:chgData name="" userId="e5204af8dbf5f020" providerId="LiveId" clId="{4AF498D6-C3F7-4265-9176-421FE61E8BC8}" dt="2022-10-19T08:13:34.743" v="1489" actId="14100"/>
          <ac:picMkLst>
            <pc:docMk/>
            <pc:sldMk cId="1227123145" sldId="268"/>
            <ac:picMk id="4" creationId="{2A1C2C1C-B402-4565-BCC6-A5FAA6C14FDF}"/>
          </ac:picMkLst>
        </pc:picChg>
      </pc:sldChg>
      <pc:sldChg chg="addSp delSp modSp add">
        <pc:chgData name="" userId="e5204af8dbf5f020" providerId="LiveId" clId="{4AF498D6-C3F7-4265-9176-421FE61E8BC8}" dt="2022-10-19T14:08:03.626" v="2374"/>
        <pc:sldMkLst>
          <pc:docMk/>
          <pc:sldMk cId="653769690" sldId="269"/>
        </pc:sldMkLst>
        <pc:spChg chg="del">
          <ac:chgData name="" userId="e5204af8dbf5f020" providerId="LiveId" clId="{4AF498D6-C3F7-4265-9176-421FE61E8BC8}" dt="2022-10-19T08:14:47.136" v="1501"/>
          <ac:spMkLst>
            <pc:docMk/>
            <pc:sldMk cId="653769690" sldId="269"/>
            <ac:spMk id="2" creationId="{9222DE65-289C-432D-B811-4E7A5491D545}"/>
          </ac:spMkLst>
        </pc:spChg>
        <pc:spChg chg="mod">
          <ac:chgData name="" userId="e5204af8dbf5f020" providerId="LiveId" clId="{4AF498D6-C3F7-4265-9176-421FE61E8BC8}" dt="2022-10-19T14:08:03.626" v="2374"/>
          <ac:spMkLst>
            <pc:docMk/>
            <pc:sldMk cId="653769690" sldId="269"/>
            <ac:spMk id="3" creationId="{F3397741-035D-47C3-B489-FA00ACE16441}"/>
          </ac:spMkLst>
        </pc:spChg>
        <pc:spChg chg="add mod">
          <ac:chgData name="" userId="e5204af8dbf5f020" providerId="LiveId" clId="{4AF498D6-C3F7-4265-9176-421FE61E8BC8}" dt="2022-10-19T08:18:09.733" v="1511" actId="20577"/>
          <ac:spMkLst>
            <pc:docMk/>
            <pc:sldMk cId="653769690" sldId="269"/>
            <ac:spMk id="4" creationId="{9488ADF7-EB98-4716-9FFC-CDD39EB0CDD8}"/>
          </ac:spMkLst>
        </pc:spChg>
        <pc:spChg chg="add mod">
          <ac:chgData name="" userId="e5204af8dbf5f020" providerId="LiveId" clId="{4AF498D6-C3F7-4265-9176-421FE61E8BC8}" dt="2022-10-19T08:18:15.672" v="1512" actId="1076"/>
          <ac:spMkLst>
            <pc:docMk/>
            <pc:sldMk cId="653769690" sldId="269"/>
            <ac:spMk id="5" creationId="{08A1EE04-818F-4271-8F71-C5E6486FE896}"/>
          </ac:spMkLst>
        </pc:spChg>
      </pc:sldChg>
      <pc:sldChg chg="modSp add">
        <pc:chgData name="" userId="e5204af8dbf5f020" providerId="LiveId" clId="{4AF498D6-C3F7-4265-9176-421FE61E8BC8}" dt="2022-10-19T14:07:52.783" v="2371" actId="20577"/>
        <pc:sldMkLst>
          <pc:docMk/>
          <pc:sldMk cId="3654346444" sldId="270"/>
        </pc:sldMkLst>
        <pc:spChg chg="mod">
          <ac:chgData name="" userId="e5204af8dbf5f020" providerId="LiveId" clId="{4AF498D6-C3F7-4265-9176-421FE61E8BC8}" dt="2022-10-19T08:30:27.615" v="1603" actId="20577"/>
          <ac:spMkLst>
            <pc:docMk/>
            <pc:sldMk cId="3654346444" sldId="270"/>
            <ac:spMk id="2" creationId="{C859777E-ADA1-434D-8D5E-A936A30842AC}"/>
          </ac:spMkLst>
        </pc:spChg>
        <pc:spChg chg="mod">
          <ac:chgData name="" userId="e5204af8dbf5f020" providerId="LiveId" clId="{4AF498D6-C3F7-4265-9176-421FE61E8BC8}" dt="2022-10-19T14:07:52.783" v="2371" actId="20577"/>
          <ac:spMkLst>
            <pc:docMk/>
            <pc:sldMk cId="3654346444" sldId="270"/>
            <ac:spMk id="3" creationId="{3141CC32-9DD7-4B7F-884C-887774250BF2}"/>
          </ac:spMkLst>
        </pc:spChg>
      </pc:sldChg>
      <pc:sldChg chg="addSp modSp add">
        <pc:chgData name="" userId="e5204af8dbf5f020" providerId="LiveId" clId="{4AF498D6-C3F7-4265-9176-421FE61E8BC8}" dt="2022-10-19T14:07:57.453" v="2372"/>
        <pc:sldMkLst>
          <pc:docMk/>
          <pc:sldMk cId="994440778" sldId="271"/>
        </pc:sldMkLst>
        <pc:spChg chg="mod">
          <ac:chgData name="" userId="e5204af8dbf5f020" providerId="LiveId" clId="{4AF498D6-C3F7-4265-9176-421FE61E8BC8}" dt="2022-10-19T14:07:57.453" v="2372"/>
          <ac:spMkLst>
            <pc:docMk/>
            <pc:sldMk cId="994440778" sldId="271"/>
            <ac:spMk id="3" creationId="{71AB3C81-ED70-4BCE-8320-F3E0A4ECF1EC}"/>
          </ac:spMkLst>
        </pc:spChg>
        <pc:spChg chg="add mod">
          <ac:chgData name="" userId="e5204af8dbf5f020" providerId="LiveId" clId="{4AF498D6-C3F7-4265-9176-421FE61E8BC8}" dt="2022-10-19T08:27:10.884" v="1601" actId="20577"/>
          <ac:spMkLst>
            <pc:docMk/>
            <pc:sldMk cId="994440778" sldId="271"/>
            <ac:spMk id="4" creationId="{7D53E477-0218-48D6-A3E3-4519BC0F1301}"/>
          </ac:spMkLst>
        </pc:spChg>
      </pc:sldChg>
      <pc:sldChg chg="addSp modSp add">
        <pc:chgData name="" userId="e5204af8dbf5f020" providerId="LiveId" clId="{4AF498D6-C3F7-4265-9176-421FE61E8BC8}" dt="2022-10-19T14:07:31.971" v="2344" actId="20577"/>
        <pc:sldMkLst>
          <pc:docMk/>
          <pc:sldMk cId="4232815497" sldId="272"/>
        </pc:sldMkLst>
        <pc:spChg chg="mod">
          <ac:chgData name="" userId="e5204af8dbf5f020" providerId="LiveId" clId="{4AF498D6-C3F7-4265-9176-421FE61E8BC8}" dt="2022-10-19T09:19:15.535" v="1651" actId="255"/>
          <ac:spMkLst>
            <pc:docMk/>
            <pc:sldMk cId="4232815497" sldId="272"/>
            <ac:spMk id="2" creationId="{017E3A42-D5D9-4986-A59D-AE850B77D8DD}"/>
          </ac:spMkLst>
        </pc:spChg>
        <pc:spChg chg="mod">
          <ac:chgData name="" userId="e5204af8dbf5f020" providerId="LiveId" clId="{4AF498D6-C3F7-4265-9176-421FE61E8BC8}" dt="2022-10-19T14:07:31.971" v="2344" actId="20577"/>
          <ac:spMkLst>
            <pc:docMk/>
            <pc:sldMk cId="4232815497" sldId="272"/>
            <ac:spMk id="3" creationId="{B13E2238-8FD1-4969-92C5-263AC3D87762}"/>
          </ac:spMkLst>
        </pc:spChg>
        <pc:spChg chg="add mod">
          <ac:chgData name="" userId="e5204af8dbf5f020" providerId="LiveId" clId="{4AF498D6-C3F7-4265-9176-421FE61E8BC8}" dt="2022-10-19T09:24:09.602" v="1652" actId="1076"/>
          <ac:spMkLst>
            <pc:docMk/>
            <pc:sldMk cId="4232815497" sldId="272"/>
            <ac:spMk id="5" creationId="{720B0874-5837-4067-8116-0B5E3AB7A74E}"/>
          </ac:spMkLst>
        </pc:spChg>
        <pc:spChg chg="add mod">
          <ac:chgData name="" userId="e5204af8dbf5f020" providerId="LiveId" clId="{4AF498D6-C3F7-4265-9176-421FE61E8BC8}" dt="2022-10-19T09:24:12.857" v="1653" actId="1076"/>
          <ac:spMkLst>
            <pc:docMk/>
            <pc:sldMk cId="4232815497" sldId="272"/>
            <ac:spMk id="6" creationId="{537D85AC-4AAD-41C8-9881-20C8510E062C}"/>
          </ac:spMkLst>
        </pc:spChg>
        <pc:picChg chg="add mod">
          <ac:chgData name="" userId="e5204af8dbf5f020" providerId="LiveId" clId="{4AF498D6-C3F7-4265-9176-421FE61E8BC8}" dt="2022-10-19T11:30:55.855" v="1952" actId="1076"/>
          <ac:picMkLst>
            <pc:docMk/>
            <pc:sldMk cId="4232815497" sldId="272"/>
            <ac:picMk id="4" creationId="{6184E1F8-D483-4D31-A67D-FB60AFEBCD99}"/>
          </ac:picMkLst>
        </pc:picChg>
      </pc:sldChg>
      <pc:sldChg chg="addSp delSp modSp add">
        <pc:chgData name="" userId="e5204af8dbf5f020" providerId="LiveId" clId="{4AF498D6-C3F7-4265-9176-421FE61E8BC8}" dt="2022-10-19T14:07:38.625" v="2345"/>
        <pc:sldMkLst>
          <pc:docMk/>
          <pc:sldMk cId="4031754799" sldId="273"/>
        </pc:sldMkLst>
        <pc:spChg chg="del">
          <ac:chgData name="" userId="e5204af8dbf5f020" providerId="LiveId" clId="{4AF498D6-C3F7-4265-9176-421FE61E8BC8}" dt="2022-10-19T09:00:05.705" v="1620" actId="478"/>
          <ac:spMkLst>
            <pc:docMk/>
            <pc:sldMk cId="4031754799" sldId="273"/>
            <ac:spMk id="2" creationId="{6BFE09FF-26BF-44EA-95E3-4459CB904716}"/>
          </ac:spMkLst>
        </pc:spChg>
        <pc:spChg chg="mod">
          <ac:chgData name="" userId="e5204af8dbf5f020" providerId="LiveId" clId="{4AF498D6-C3F7-4265-9176-421FE61E8BC8}" dt="2022-10-19T14:07:38.625" v="2345"/>
          <ac:spMkLst>
            <pc:docMk/>
            <pc:sldMk cId="4031754799" sldId="273"/>
            <ac:spMk id="3" creationId="{D815DB6D-FFB3-4856-A4F9-079A9BF2E466}"/>
          </ac:spMkLst>
        </pc:spChg>
        <pc:spChg chg="add del mod">
          <ac:chgData name="" userId="e5204af8dbf5f020" providerId="LiveId" clId="{4AF498D6-C3F7-4265-9176-421FE61E8BC8}" dt="2022-10-19T09:00:03.281" v="1618"/>
          <ac:spMkLst>
            <pc:docMk/>
            <pc:sldMk cId="4031754799" sldId="273"/>
            <ac:spMk id="4" creationId="{4B022C93-9C9B-4E5C-8CFC-23066A8DCB9C}"/>
          </ac:spMkLst>
        </pc:spChg>
        <pc:spChg chg="add del mod">
          <ac:chgData name="" userId="e5204af8dbf5f020" providerId="LiveId" clId="{4AF498D6-C3F7-4265-9176-421FE61E8BC8}" dt="2022-10-19T09:35:09.731" v="1941" actId="1076"/>
          <ac:spMkLst>
            <pc:docMk/>
            <pc:sldMk cId="4031754799" sldId="273"/>
            <ac:spMk id="5" creationId="{C08BF76A-3C96-4A60-BE6E-FADE37392691}"/>
          </ac:spMkLst>
        </pc:spChg>
        <pc:spChg chg="add mod">
          <ac:chgData name="" userId="e5204af8dbf5f020" providerId="LiveId" clId="{4AF498D6-C3F7-4265-9176-421FE61E8BC8}" dt="2022-10-19T11:37:41.516" v="1954" actId="1076"/>
          <ac:spMkLst>
            <pc:docMk/>
            <pc:sldMk cId="4031754799" sldId="273"/>
            <ac:spMk id="6" creationId="{F8076C57-3A37-42D4-8CDD-B597050265F8}"/>
          </ac:spMkLst>
        </pc:spChg>
        <pc:spChg chg="add del mod">
          <ac:chgData name="" userId="e5204af8dbf5f020" providerId="LiveId" clId="{4AF498D6-C3F7-4265-9176-421FE61E8BC8}" dt="2022-10-19T09:00:55.092" v="1635"/>
          <ac:spMkLst>
            <pc:docMk/>
            <pc:sldMk cId="4031754799" sldId="273"/>
            <ac:spMk id="7" creationId="{D786907B-A452-48C2-BB5F-4885F81039CD}"/>
          </ac:spMkLst>
        </pc:spChg>
      </pc:sldChg>
      <pc:sldChg chg="modSp add">
        <pc:chgData name="" userId="e5204af8dbf5f020" providerId="LiveId" clId="{4AF498D6-C3F7-4265-9176-421FE61E8BC8}" dt="2022-10-19T14:07:19.682" v="2317"/>
        <pc:sldMkLst>
          <pc:docMk/>
          <pc:sldMk cId="3932635201" sldId="274"/>
        </pc:sldMkLst>
        <pc:spChg chg="mod">
          <ac:chgData name="" userId="e5204af8dbf5f020" providerId="LiveId" clId="{4AF498D6-C3F7-4265-9176-421FE61E8BC8}" dt="2022-10-19T12:11:22.641" v="2076" actId="14100"/>
          <ac:spMkLst>
            <pc:docMk/>
            <pc:sldMk cId="3932635201" sldId="274"/>
            <ac:spMk id="2" creationId="{FB9ED73A-9645-42CA-9CDF-406EF8C41F46}"/>
          </ac:spMkLst>
        </pc:spChg>
        <pc:spChg chg="mod">
          <ac:chgData name="" userId="e5204af8dbf5f020" providerId="LiveId" clId="{4AF498D6-C3F7-4265-9176-421FE61E8BC8}" dt="2022-10-19T14:07:19.682" v="2317"/>
          <ac:spMkLst>
            <pc:docMk/>
            <pc:sldMk cId="3932635201" sldId="274"/>
            <ac:spMk id="3" creationId="{D3BC2165-053A-4389-8967-2798B8941EDB}"/>
          </ac:spMkLst>
        </pc:spChg>
      </pc:sldChg>
      <pc:sldChg chg="modSp add">
        <pc:chgData name="" userId="e5204af8dbf5f020" providerId="LiveId" clId="{4AF498D6-C3F7-4265-9176-421FE61E8BC8}" dt="2022-10-19T14:07:15.688" v="2316"/>
        <pc:sldMkLst>
          <pc:docMk/>
          <pc:sldMk cId="3280050295" sldId="275"/>
        </pc:sldMkLst>
        <pc:spChg chg="mod">
          <ac:chgData name="" userId="e5204af8dbf5f020" providerId="LiveId" clId="{4AF498D6-C3F7-4265-9176-421FE61E8BC8}" dt="2022-10-19T12:39:12.701" v="2124" actId="207"/>
          <ac:spMkLst>
            <pc:docMk/>
            <pc:sldMk cId="3280050295" sldId="275"/>
            <ac:spMk id="2" creationId="{CF765B0D-6C58-4639-A8ED-C079FB7818BB}"/>
          </ac:spMkLst>
        </pc:spChg>
        <pc:spChg chg="mod">
          <ac:chgData name="" userId="e5204af8dbf5f020" providerId="LiveId" clId="{4AF498D6-C3F7-4265-9176-421FE61E8BC8}" dt="2022-10-19T14:07:15.688" v="2316"/>
          <ac:spMkLst>
            <pc:docMk/>
            <pc:sldMk cId="3280050295" sldId="275"/>
            <ac:spMk id="3" creationId="{66C3CEA6-7F4F-4EAA-8299-D85D1CD6CB2E}"/>
          </ac:spMkLst>
        </pc:spChg>
      </pc:sldChg>
      <pc:sldChg chg="addSp delSp modSp add">
        <pc:chgData name="" userId="e5204af8dbf5f020" providerId="LiveId" clId="{4AF498D6-C3F7-4265-9176-421FE61E8BC8}" dt="2022-10-19T14:07:06.437" v="2315"/>
        <pc:sldMkLst>
          <pc:docMk/>
          <pc:sldMk cId="2843939240" sldId="276"/>
        </pc:sldMkLst>
        <pc:spChg chg="mod">
          <ac:chgData name="" userId="e5204af8dbf5f020" providerId="LiveId" clId="{4AF498D6-C3F7-4265-9176-421FE61E8BC8}" dt="2022-10-19T12:40:06.668" v="2144" actId="255"/>
          <ac:spMkLst>
            <pc:docMk/>
            <pc:sldMk cId="2843939240" sldId="276"/>
            <ac:spMk id="2" creationId="{A654224E-0D8E-49D5-99B8-5A3B53ACF389}"/>
          </ac:spMkLst>
        </pc:spChg>
        <pc:spChg chg="mod">
          <ac:chgData name="" userId="e5204af8dbf5f020" providerId="LiveId" clId="{4AF498D6-C3F7-4265-9176-421FE61E8BC8}" dt="2022-10-19T14:07:06.437" v="2315"/>
          <ac:spMkLst>
            <pc:docMk/>
            <pc:sldMk cId="2843939240" sldId="276"/>
            <ac:spMk id="3" creationId="{004BBEF1-9B8F-40DB-A3BD-AB6279598ED3}"/>
          </ac:spMkLst>
        </pc:spChg>
        <pc:spChg chg="add del">
          <ac:chgData name="" userId="e5204af8dbf5f020" providerId="LiveId" clId="{4AF498D6-C3F7-4265-9176-421FE61E8BC8}" dt="2022-10-19T14:06:54.153" v="2307"/>
          <ac:spMkLst>
            <pc:docMk/>
            <pc:sldMk cId="2843939240" sldId="276"/>
            <ac:spMk id="5" creationId="{6C022750-E318-4CC5-B739-23210108B507}"/>
          </ac:spMkLst>
        </pc:spChg>
        <pc:picChg chg="add mod">
          <ac:chgData name="" userId="e5204af8dbf5f020" providerId="LiveId" clId="{4AF498D6-C3F7-4265-9176-421FE61E8BC8}" dt="2022-10-19T12:40:23.669" v="2149" actId="14100"/>
          <ac:picMkLst>
            <pc:docMk/>
            <pc:sldMk cId="2843939240" sldId="276"/>
            <ac:picMk id="4" creationId="{AAB482FB-1079-4CDF-9B8F-42EF166099F1}"/>
          </ac:picMkLst>
        </pc:picChg>
      </pc:sldChg>
      <pc:sldMasterChg chg="delSldLayout modSldLayout">
        <pc:chgData name="" userId="e5204af8dbf5f020" providerId="LiveId" clId="{4AF498D6-C3F7-4265-9176-421FE61E8BC8}" dt="2022-10-17T09:12:11.488" v="1247" actId="1076"/>
        <pc:sldMasterMkLst>
          <pc:docMk/>
          <pc:sldMasterMk cId="1737606988" sldId="2147483648"/>
        </pc:sldMasterMkLst>
        <pc:sldLayoutChg chg="addSp delSp modSp">
          <pc:chgData name="" userId="e5204af8dbf5f020" providerId="LiveId" clId="{4AF498D6-C3F7-4265-9176-421FE61E8BC8}" dt="2022-10-14T08:10:46.111" v="165" actId="2085"/>
          <pc:sldLayoutMkLst>
            <pc:docMk/>
            <pc:sldMasterMk cId="1737606988" sldId="2147483648"/>
            <pc:sldLayoutMk cId="1347973412" sldId="2147483649"/>
          </pc:sldLayoutMkLst>
          <pc:spChg chg="mod">
            <ac:chgData name="" userId="e5204af8dbf5f020" providerId="LiveId" clId="{4AF498D6-C3F7-4265-9176-421FE61E8BC8}" dt="2022-10-14T08:09:27.063" v="134" actId="14100"/>
            <ac:spMkLst>
              <pc:docMk/>
              <pc:sldMasterMk cId="1737606988" sldId="2147483648"/>
              <pc:sldLayoutMk cId="1347973412" sldId="2147483649"/>
              <ac:spMk id="2" creationId="{F8F0A9E5-4FBF-43A7-8BEE-58D8C878A875}"/>
            </ac:spMkLst>
          </pc:spChg>
          <pc:spChg chg="mod">
            <ac:chgData name="" userId="e5204af8dbf5f020" providerId="LiveId" clId="{4AF498D6-C3F7-4265-9176-421FE61E8BC8}" dt="2022-10-14T08:08:53.258" v="126" actId="1076"/>
            <ac:spMkLst>
              <pc:docMk/>
              <pc:sldMasterMk cId="1737606988" sldId="2147483648"/>
              <pc:sldLayoutMk cId="1347973412" sldId="2147483649"/>
              <ac:spMk id="3" creationId="{B3C061A7-7B78-4B5B-81F7-F993E7FD873D}"/>
            </ac:spMkLst>
          </pc:spChg>
          <pc:spChg chg="add del mod">
            <ac:chgData name="" userId="e5204af8dbf5f020" providerId="LiveId" clId="{4AF498D6-C3F7-4265-9176-421FE61E8BC8}" dt="2022-10-14T08:07:27.193" v="114" actId="478"/>
            <ac:spMkLst>
              <pc:docMk/>
              <pc:sldMasterMk cId="1737606988" sldId="2147483648"/>
              <pc:sldLayoutMk cId="1347973412" sldId="2147483649"/>
              <ac:spMk id="4" creationId="{90603F8E-CAC4-43D1-B74F-C0F8507F6960}"/>
            </ac:spMkLst>
          </pc:spChg>
          <pc:spChg chg="add del mod">
            <ac:chgData name="" userId="e5204af8dbf5f020" providerId="LiveId" clId="{4AF498D6-C3F7-4265-9176-421FE61E8BC8}" dt="2022-10-14T08:07:26.979" v="113" actId="478"/>
            <ac:spMkLst>
              <pc:docMk/>
              <pc:sldMasterMk cId="1737606988" sldId="2147483648"/>
              <pc:sldLayoutMk cId="1347973412" sldId="2147483649"/>
              <ac:spMk id="5" creationId="{7305FD8C-A71A-4EDC-B78F-DBBC609A0C9D}"/>
            </ac:spMkLst>
          </pc:spChg>
          <pc:spChg chg="mod">
            <ac:chgData name="" userId="e5204af8dbf5f020" providerId="LiveId" clId="{4AF498D6-C3F7-4265-9176-421FE61E8BC8}" dt="2022-10-14T08:01:56.917" v="12" actId="1076"/>
            <ac:spMkLst>
              <pc:docMk/>
              <pc:sldMasterMk cId="1737606988" sldId="2147483648"/>
              <pc:sldLayoutMk cId="1347973412" sldId="2147483649"/>
              <ac:spMk id="6" creationId="{4A98DC05-5F13-4F11-93ED-63CA12ADA188}"/>
            </ac:spMkLst>
          </pc:spChg>
          <pc:spChg chg="add del mod ord">
            <ac:chgData name="" userId="e5204af8dbf5f020" providerId="LiveId" clId="{4AF498D6-C3F7-4265-9176-421FE61E8BC8}" dt="2022-10-14T08:07:22.998" v="110" actId="478"/>
            <ac:spMkLst>
              <pc:docMk/>
              <pc:sldMasterMk cId="1737606988" sldId="2147483648"/>
              <pc:sldLayoutMk cId="1347973412" sldId="2147483649"/>
              <ac:spMk id="7" creationId="{D865CCCF-8B8B-46E2-9EB1-287D7CDB4C3C}"/>
            </ac:spMkLst>
          </pc:spChg>
          <pc:spChg chg="add del mod">
            <ac:chgData name="" userId="e5204af8dbf5f020" providerId="LiveId" clId="{4AF498D6-C3F7-4265-9176-421FE61E8BC8}" dt="2022-10-14T08:04:01.270" v="22" actId="478"/>
            <ac:spMkLst>
              <pc:docMk/>
              <pc:sldMasterMk cId="1737606988" sldId="2147483648"/>
              <pc:sldLayoutMk cId="1347973412" sldId="2147483649"/>
              <ac:spMk id="8" creationId="{DEA7EAE6-A734-4C70-908E-5565E159FE90}"/>
            </ac:spMkLst>
          </pc:spChg>
          <pc:spChg chg="add del mod ord">
            <ac:chgData name="" userId="e5204af8dbf5f020" providerId="LiveId" clId="{4AF498D6-C3F7-4265-9176-421FE61E8BC8}" dt="2022-10-14T08:07:22.268" v="109" actId="478"/>
            <ac:spMkLst>
              <pc:docMk/>
              <pc:sldMasterMk cId="1737606988" sldId="2147483648"/>
              <pc:sldLayoutMk cId="1347973412" sldId="2147483649"/>
              <ac:spMk id="9" creationId="{F86C0CE2-DAF1-4E24-8F67-5B4F6BF9545A}"/>
            </ac:spMkLst>
          </pc:spChg>
          <pc:spChg chg="add mod ord">
            <ac:chgData name="" userId="e5204af8dbf5f020" providerId="LiveId" clId="{4AF498D6-C3F7-4265-9176-421FE61E8BC8}" dt="2022-10-14T08:10:46.111" v="165" actId="2085"/>
            <ac:spMkLst>
              <pc:docMk/>
              <pc:sldMasterMk cId="1737606988" sldId="2147483648"/>
              <pc:sldLayoutMk cId="1347973412" sldId="2147483649"/>
              <ac:spMk id="10" creationId="{A0D23D23-C042-46F0-92C6-41D08656B46F}"/>
            </ac:spMkLst>
          </pc:spChg>
          <pc:spChg chg="add mod ord">
            <ac:chgData name="" userId="e5204af8dbf5f020" providerId="LiveId" clId="{4AF498D6-C3F7-4265-9176-421FE61E8BC8}" dt="2022-10-14T08:10:46.111" v="165" actId="2085"/>
            <ac:spMkLst>
              <pc:docMk/>
              <pc:sldMasterMk cId="1737606988" sldId="2147483648"/>
              <pc:sldLayoutMk cId="1347973412" sldId="2147483649"/>
              <ac:spMk id="11" creationId="{59FB9E1D-3BA5-4BC1-8B44-42686450EEB1}"/>
            </ac:spMkLst>
          </pc:spChg>
        </pc:sldLayoutChg>
        <pc:sldLayoutChg chg="addSp delSp modSp">
          <pc:chgData name="" userId="e5204af8dbf5f020" providerId="LiveId" clId="{4AF498D6-C3F7-4265-9176-421FE61E8BC8}" dt="2022-10-17T09:12:11.488" v="1247" actId="1076"/>
          <pc:sldLayoutMkLst>
            <pc:docMk/>
            <pc:sldMasterMk cId="1737606988" sldId="2147483648"/>
            <pc:sldLayoutMk cId="2918686448" sldId="2147483650"/>
          </pc:sldLayoutMkLst>
          <pc:spChg chg="del">
            <ac:chgData name="" userId="e5204af8dbf5f020" providerId="LiveId" clId="{4AF498D6-C3F7-4265-9176-421FE61E8BC8}" dt="2022-10-14T08:05:50.758" v="33" actId="478"/>
            <ac:spMkLst>
              <pc:docMk/>
              <pc:sldMasterMk cId="1737606988" sldId="2147483648"/>
              <pc:sldLayoutMk cId="2918686448" sldId="2147483650"/>
              <ac:spMk id="2" creationId="{31E4FF90-92E1-4776-9839-18D77447BD5A}"/>
            </ac:spMkLst>
          </pc:spChg>
          <pc:spChg chg="add mod">
            <ac:chgData name="" userId="e5204af8dbf5f020" providerId="LiveId" clId="{4AF498D6-C3F7-4265-9176-421FE61E8BC8}" dt="2022-10-17T09:12:11.488" v="1247" actId="1076"/>
            <ac:spMkLst>
              <pc:docMk/>
              <pc:sldMasterMk cId="1737606988" sldId="2147483648"/>
              <pc:sldLayoutMk cId="2918686448" sldId="2147483650"/>
              <ac:spMk id="2" creationId="{DB4BF16F-4843-4220-A521-DF55E07616BE}"/>
            </ac:spMkLst>
          </pc:spChg>
          <pc:spChg chg="mod">
            <ac:chgData name="" userId="e5204af8dbf5f020" providerId="LiveId" clId="{4AF498D6-C3F7-4265-9176-421FE61E8BC8}" dt="2022-10-14T08:05:55.323" v="34" actId="1076"/>
            <ac:spMkLst>
              <pc:docMk/>
              <pc:sldMasterMk cId="1737606988" sldId="2147483648"/>
              <pc:sldLayoutMk cId="2918686448" sldId="2147483650"/>
              <ac:spMk id="3" creationId="{6693938A-7313-4F6D-A999-C8101480DBD7}"/>
            </ac:spMkLst>
          </pc:spChg>
          <pc:spChg chg="del">
            <ac:chgData name="" userId="e5204af8dbf5f020" providerId="LiveId" clId="{4AF498D6-C3F7-4265-9176-421FE61E8BC8}" dt="2022-10-14T08:06:04.117" v="36" actId="478"/>
            <ac:spMkLst>
              <pc:docMk/>
              <pc:sldMasterMk cId="1737606988" sldId="2147483648"/>
              <pc:sldLayoutMk cId="2918686448" sldId="2147483650"/>
              <ac:spMk id="4" creationId="{4718406E-8BF1-44B8-9880-2813877F522C}"/>
            </ac:spMkLst>
          </pc:spChg>
          <pc:spChg chg="del">
            <ac:chgData name="" userId="e5204af8dbf5f020" providerId="LiveId" clId="{4AF498D6-C3F7-4265-9176-421FE61E8BC8}" dt="2022-10-14T08:06:06.423" v="38" actId="478"/>
            <ac:spMkLst>
              <pc:docMk/>
              <pc:sldMasterMk cId="1737606988" sldId="2147483648"/>
              <pc:sldLayoutMk cId="2918686448" sldId="2147483650"/>
              <ac:spMk id="5" creationId="{87104C8F-1E7D-4706-A51E-2FF67520DC1E}"/>
            </ac:spMkLst>
          </pc:spChg>
          <pc:spChg chg="del">
            <ac:chgData name="" userId="e5204af8dbf5f020" providerId="LiveId" clId="{4AF498D6-C3F7-4265-9176-421FE61E8BC8}" dt="2022-10-14T08:06:07.308" v="39" actId="478"/>
            <ac:spMkLst>
              <pc:docMk/>
              <pc:sldMasterMk cId="1737606988" sldId="2147483648"/>
              <pc:sldLayoutMk cId="2918686448" sldId="2147483650"/>
              <ac:spMk id="6" creationId="{8E204BE8-3793-4119-B2D5-60F41123792E}"/>
            </ac:spMkLst>
          </pc:spChg>
          <pc:spChg chg="add del">
            <ac:chgData name="" userId="e5204af8dbf5f020" providerId="LiveId" clId="{4AF498D6-C3F7-4265-9176-421FE61E8BC8}" dt="2022-10-14T08:06:03.238" v="35" actId="478"/>
            <ac:spMkLst>
              <pc:docMk/>
              <pc:sldMasterMk cId="1737606988" sldId="2147483648"/>
              <pc:sldLayoutMk cId="2918686448" sldId="2147483650"/>
              <ac:spMk id="7" creationId="{073D624C-53F1-4285-9B76-C642E04A9B29}"/>
            </ac:spMkLst>
          </pc:spChg>
          <pc:spChg chg="add del">
            <ac:chgData name="" userId="e5204af8dbf5f020" providerId="LiveId" clId="{4AF498D6-C3F7-4265-9176-421FE61E8BC8}" dt="2022-10-14T08:06:04.687" v="37" actId="478"/>
            <ac:spMkLst>
              <pc:docMk/>
              <pc:sldMasterMk cId="1737606988" sldId="2147483648"/>
              <pc:sldLayoutMk cId="2918686448" sldId="2147483650"/>
              <ac:spMk id="8" creationId="{D1F4D2AF-29A2-4231-91DE-7A0896032FAA}"/>
            </ac:spMkLst>
          </pc:spChg>
          <pc:spChg chg="add mod">
            <ac:chgData name="" userId="e5204af8dbf5f020" providerId="LiveId" clId="{4AF498D6-C3F7-4265-9176-421FE61E8BC8}" dt="2022-10-17T09:11:59.959" v="1246" actId="1076"/>
            <ac:spMkLst>
              <pc:docMk/>
              <pc:sldMasterMk cId="1737606988" sldId="2147483648"/>
              <pc:sldLayoutMk cId="2918686448" sldId="2147483650"/>
              <ac:spMk id="9" creationId="{DED17EC4-12D9-4A53-9BF5-D47409CE2B66}"/>
            </ac:spMkLst>
          </pc:spChg>
          <pc:spChg chg="add mod">
            <ac:chgData name="" userId="e5204af8dbf5f020" providerId="LiveId" clId="{4AF498D6-C3F7-4265-9176-421FE61E8BC8}" dt="2022-10-14T08:10:39.032" v="164" actId="2085"/>
            <ac:spMkLst>
              <pc:docMk/>
              <pc:sldMasterMk cId="1737606988" sldId="2147483648"/>
              <pc:sldLayoutMk cId="2918686448" sldId="2147483650"/>
              <ac:spMk id="10" creationId="{770FE921-4637-48D5-8A6D-3E1DC27C15EF}"/>
            </ac:spMkLst>
          </pc:spChg>
          <pc:spChg chg="add mod">
            <ac:chgData name="" userId="e5204af8dbf5f020" providerId="LiveId" clId="{4AF498D6-C3F7-4265-9176-421FE61E8BC8}" dt="2022-10-14T08:10:39.032" v="164" actId="2085"/>
            <ac:spMkLst>
              <pc:docMk/>
              <pc:sldMasterMk cId="1737606988" sldId="2147483648"/>
              <pc:sldLayoutMk cId="2918686448" sldId="2147483650"/>
              <ac:spMk id="11" creationId="{3BC5C726-AADA-4E85-A4AA-DA9EAA2C79D2}"/>
            </ac:spMkLst>
          </pc:spChg>
          <pc:spChg chg="add">
            <ac:chgData name="" userId="e5204af8dbf5f020" providerId="LiveId" clId="{4AF498D6-C3F7-4265-9176-421FE61E8BC8}" dt="2022-10-14T08:06:18.060" v="40"/>
            <ac:spMkLst>
              <pc:docMk/>
              <pc:sldMasterMk cId="1737606988" sldId="2147483648"/>
              <pc:sldLayoutMk cId="2918686448" sldId="2147483650"/>
              <ac:spMk id="12" creationId="{01273FC4-608D-4F0D-AFA4-E94870CA8EA0}"/>
            </ac:spMkLst>
          </pc:spChg>
          <pc:spChg chg="add">
            <ac:chgData name="" userId="e5204af8dbf5f020" providerId="LiveId" clId="{4AF498D6-C3F7-4265-9176-421FE61E8BC8}" dt="2022-10-14T08:06:18.060" v="40"/>
            <ac:spMkLst>
              <pc:docMk/>
              <pc:sldMasterMk cId="1737606988" sldId="2147483648"/>
              <pc:sldLayoutMk cId="2918686448" sldId="2147483650"/>
              <ac:spMk id="13" creationId="{6686CC56-6A00-44D0-9362-77A4919A0B73}"/>
            </ac:spMkLst>
          </pc:spChg>
          <pc:spChg chg="add">
            <ac:chgData name="" userId="e5204af8dbf5f020" providerId="LiveId" clId="{4AF498D6-C3F7-4265-9176-421FE61E8BC8}" dt="2022-10-14T08:06:18.060" v="40"/>
            <ac:spMkLst>
              <pc:docMk/>
              <pc:sldMasterMk cId="1737606988" sldId="2147483648"/>
              <pc:sldLayoutMk cId="2918686448" sldId="2147483650"/>
              <ac:spMk id="14" creationId="{A4A9BEE6-E19F-4F6E-8BE6-0851530364B4}"/>
            </ac:spMkLst>
          </pc:spChg>
        </pc:sldLayoutChg>
        <pc:sldLayoutChg chg="delSp modSp">
          <pc:chgData name="" userId="e5204af8dbf5f020" providerId="LiveId" clId="{4AF498D6-C3F7-4265-9176-421FE61E8BC8}" dt="2022-10-14T08:11:25.325" v="168" actId="14100"/>
          <pc:sldLayoutMkLst>
            <pc:docMk/>
            <pc:sldMasterMk cId="1737606988" sldId="2147483648"/>
            <pc:sldLayoutMk cId="829551867" sldId="2147483660"/>
          </pc:sldLayoutMkLst>
          <pc:spChg chg="mod">
            <ac:chgData name="" userId="e5204af8dbf5f020" providerId="LiveId" clId="{4AF498D6-C3F7-4265-9176-421FE61E8BC8}" dt="2022-10-14T08:11:25.325" v="168" actId="14100"/>
            <ac:spMkLst>
              <pc:docMk/>
              <pc:sldMasterMk cId="1737606988" sldId="2147483648"/>
              <pc:sldLayoutMk cId="829551867" sldId="2147483660"/>
              <ac:spMk id="2" creationId="{F8F0A9E5-4FBF-43A7-8BEE-58D8C878A875}"/>
            </ac:spMkLst>
          </pc:spChg>
          <pc:spChg chg="del">
            <ac:chgData name="" userId="e5204af8dbf5f020" providerId="LiveId" clId="{4AF498D6-C3F7-4265-9176-421FE61E8BC8}" dt="2022-10-14T08:11:22.148" v="167" actId="478"/>
            <ac:spMkLst>
              <pc:docMk/>
              <pc:sldMasterMk cId="1737606988" sldId="2147483648"/>
              <pc:sldLayoutMk cId="829551867" sldId="2147483660"/>
              <ac:spMk id="3" creationId="{B3C061A7-7B78-4B5B-81F7-F993E7FD873D}"/>
            </ac:spMkLst>
          </pc:spChg>
          <pc:spChg chg="del">
            <ac:chgData name="" userId="e5204af8dbf5f020" providerId="LiveId" clId="{4AF498D6-C3F7-4265-9176-421FE61E8BC8}" dt="2022-10-14T08:11:19.398" v="166" actId="478"/>
            <ac:spMkLst>
              <pc:docMk/>
              <pc:sldMasterMk cId="1737606988" sldId="2147483648"/>
              <pc:sldLayoutMk cId="829551867" sldId="2147483660"/>
              <ac:spMk id="11" creationId="{59FB9E1D-3BA5-4BC1-8B44-42686450EEB1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CDA90E-2FB1-4D2B-BC2F-AE06261BAAD3}" type="datetimeFigureOut">
              <a:rPr lang="zh-CN" altLang="en-US" smtClean="0"/>
              <a:t>2023/12/29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F0D470-A769-47FF-9997-DAE07473B0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383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0D470-A769-47FF-9997-DAE07473B0E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469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0D470-A769-47FF-9997-DAE07473B0E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274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0D470-A769-47FF-9997-DAE07473B0E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33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0D470-A769-47FF-9997-DAE07473B0E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287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0D470-A769-47FF-9997-DAE07473B0E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6348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0D470-A769-47FF-9997-DAE07473B0E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1578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0D470-A769-47FF-9997-DAE07473B0E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084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0D470-A769-47FF-9997-DAE07473B0E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3120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0D470-A769-47FF-9997-DAE07473B0E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2235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0D470-A769-47FF-9997-DAE07473B0E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4745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0D470-A769-47FF-9997-DAE07473B0E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5178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0D470-A769-47FF-9997-DAE07473B0E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2701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失败应该是假设</a:t>
            </a:r>
            <a:r>
              <a:rPr lang="en-US" altLang="zh-CN" dirty="0"/>
              <a:t>n</a:t>
            </a:r>
            <a:r>
              <a:rPr lang="zh-CN" altLang="en-US" dirty="0"/>
              <a:t>充分大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0D470-A769-47FF-9997-DAE07473B0E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3606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0D470-A769-47FF-9997-DAE07473B0E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0370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0D470-A769-47FF-9997-DAE07473B0E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52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0D470-A769-47FF-9997-DAE07473B0E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3484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0D470-A769-47FF-9997-DAE07473B0EE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62657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0D470-A769-47FF-9997-DAE07473B0EE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4842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0D470-A769-47FF-9997-DAE07473B0EE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4062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0D470-A769-47FF-9997-DAE07473B0EE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6244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0D470-A769-47FF-9997-DAE07473B0EE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4134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0D470-A769-47FF-9997-DAE07473B0EE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7972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0D23D23-C042-46F0-92C6-41D08656B46F}"/>
              </a:ext>
            </a:extLst>
          </p:cNvPr>
          <p:cNvSpPr/>
          <p:nvPr userDrawn="1"/>
        </p:nvSpPr>
        <p:spPr>
          <a:xfrm>
            <a:off x="0" y="1054100"/>
            <a:ext cx="12192000" cy="4268798"/>
          </a:xfrm>
          <a:prstGeom prst="rect">
            <a:avLst/>
          </a:pr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FB9E1D-3BA5-4BC1-8B44-42686450EEB1}"/>
              </a:ext>
            </a:extLst>
          </p:cNvPr>
          <p:cNvSpPr/>
          <p:nvPr userDrawn="1"/>
        </p:nvSpPr>
        <p:spPr>
          <a:xfrm>
            <a:off x="0" y="1048932"/>
            <a:ext cx="12192000" cy="3173150"/>
          </a:xfrm>
          <a:prstGeom prst="rect">
            <a:avLst/>
          </a:prstGeom>
          <a:solidFill>
            <a:srgbClr val="A9D18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8F0A9E5-4FBF-43A7-8BEE-58D8C878A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03179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3C061A7-7B78-4B5B-81F7-F993E7FD8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69033"/>
            <a:ext cx="9144000" cy="8069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603F8E-CAC4-43D1-B74F-C0F8507F69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4612"/>
            <a:ext cx="2743200" cy="365125"/>
          </a:xfrm>
        </p:spPr>
        <p:txBody>
          <a:bodyPr/>
          <a:lstStyle/>
          <a:p>
            <a:fld id="{4660BBB5-B1DA-4DE9-8357-0DF391B4091C}" type="datetime1">
              <a:rPr lang="zh-CN" altLang="en-US" smtClean="0"/>
              <a:t>2023/12/29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05FD8C-A71A-4EDC-B78F-DBBC609A0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4612"/>
            <a:ext cx="4114800" cy="365125"/>
          </a:xfrm>
        </p:spPr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98DC05-5F13-4F11-93ED-63CA12ADA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4612"/>
            <a:ext cx="2743200" cy="365125"/>
          </a:xfrm>
        </p:spPr>
        <p:txBody>
          <a:bodyPr/>
          <a:lstStyle/>
          <a:p>
            <a:fld id="{9A12EF3B-ECF3-4833-B79A-B0B1E35EB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973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0D23D23-C042-46F0-92C6-41D08656B46F}"/>
              </a:ext>
            </a:extLst>
          </p:cNvPr>
          <p:cNvSpPr/>
          <p:nvPr userDrawn="1"/>
        </p:nvSpPr>
        <p:spPr>
          <a:xfrm>
            <a:off x="0" y="1054100"/>
            <a:ext cx="12192000" cy="4268798"/>
          </a:xfrm>
          <a:prstGeom prst="rect">
            <a:avLst/>
          </a:pr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8F0A9E5-4FBF-43A7-8BEE-58D8C878A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09759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603F8E-CAC4-43D1-B74F-C0F8507F69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4612"/>
            <a:ext cx="2743200" cy="365125"/>
          </a:xfrm>
        </p:spPr>
        <p:txBody>
          <a:bodyPr/>
          <a:lstStyle/>
          <a:p>
            <a:fld id="{D49ED207-C219-4F81-B390-788D522C2A20}" type="datetime1">
              <a:rPr lang="zh-CN" altLang="en-US" smtClean="0"/>
              <a:t>2023/12/29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05FD8C-A71A-4EDC-B78F-DBBC609A0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4612"/>
            <a:ext cx="4114800" cy="365125"/>
          </a:xfrm>
        </p:spPr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98DC05-5F13-4F11-93ED-63CA12ADA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4612"/>
            <a:ext cx="2743200" cy="365125"/>
          </a:xfrm>
        </p:spPr>
        <p:txBody>
          <a:bodyPr/>
          <a:lstStyle/>
          <a:p>
            <a:fld id="{9A12EF3B-ECF3-4833-B79A-B0B1E35EB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551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93938A-7313-4F6D-A999-C8101480D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163" y="1341175"/>
            <a:ext cx="10515600" cy="435133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D17EC4-12D9-4A53-9BF5-D47409CE2B66}"/>
              </a:ext>
            </a:extLst>
          </p:cNvPr>
          <p:cNvSpPr/>
          <p:nvPr userDrawn="1"/>
        </p:nvSpPr>
        <p:spPr>
          <a:xfrm>
            <a:off x="0" y="0"/>
            <a:ext cx="12192000" cy="908344"/>
          </a:xfrm>
          <a:prstGeom prst="rect">
            <a:avLst/>
          </a:prstGeom>
          <a:solidFill>
            <a:srgbClr val="A9D18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0FE921-4637-48D5-8A6D-3E1DC27C15EF}"/>
              </a:ext>
            </a:extLst>
          </p:cNvPr>
          <p:cNvSpPr/>
          <p:nvPr userDrawn="1"/>
        </p:nvSpPr>
        <p:spPr>
          <a:xfrm>
            <a:off x="0" y="6375203"/>
            <a:ext cx="12192000" cy="501650"/>
          </a:xfrm>
          <a:prstGeom prst="rect">
            <a:avLst/>
          </a:prstGeom>
          <a:solidFill>
            <a:srgbClr val="C5E0B4">
              <a:alpha val="5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C5C726-AADA-4E85-A4AA-DA9EAA2C79D2}"/>
              </a:ext>
            </a:extLst>
          </p:cNvPr>
          <p:cNvSpPr/>
          <p:nvPr userDrawn="1"/>
        </p:nvSpPr>
        <p:spPr>
          <a:xfrm>
            <a:off x="3881659" y="6394056"/>
            <a:ext cx="4420609" cy="482797"/>
          </a:xfrm>
          <a:prstGeom prst="rect">
            <a:avLst/>
          </a:prstGeom>
          <a:solidFill>
            <a:srgbClr val="A9D18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5">
            <a:extLst>
              <a:ext uri="{FF2B5EF4-FFF2-40B4-BE49-F238E27FC236}">
                <a16:creationId xmlns:a16="http://schemas.microsoft.com/office/drawing/2014/main" id="{A4A9BEE6-E19F-4F6E-8BE6-085153036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4612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fld id="{9A12EF3B-ECF3-4833-B79A-B0B1E35EB7EB}" type="slidenum">
              <a:rPr lang="zh-CN" altLang="en-US" smtClean="0"/>
              <a:pPr/>
              <a:t>‹#›</a:t>
            </a:fld>
            <a:r>
              <a:rPr lang="en-US" altLang="zh-CN" dirty="0"/>
              <a:t>/20</a:t>
            </a:r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B4BF16F-4843-4220-A521-DF55E0761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090" y="111756"/>
            <a:ext cx="9537110" cy="752338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2" name="日期占位符 3">
            <a:extLst>
              <a:ext uri="{FF2B5EF4-FFF2-40B4-BE49-F238E27FC236}">
                <a16:creationId xmlns:a16="http://schemas.microsoft.com/office/drawing/2014/main" id="{01273FC4-608D-4F0D-AFA4-E94870CA8E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4612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fld id="{3A23789A-724C-4F7A-AEFD-023FB3F0624A}" type="datetime1">
              <a:rPr lang="zh-CN" altLang="en-US" smtClean="0"/>
              <a:t>2023/12/29</a:t>
            </a:fld>
            <a:endParaRPr lang="zh-CN" altLang="en-US" dirty="0"/>
          </a:p>
        </p:txBody>
      </p:sp>
      <p:sp>
        <p:nvSpPr>
          <p:cNvPr id="13" name="页脚占位符 4">
            <a:extLst>
              <a:ext uri="{FF2B5EF4-FFF2-40B4-BE49-F238E27FC236}">
                <a16:creationId xmlns:a16="http://schemas.microsoft.com/office/drawing/2014/main" id="{6686CC56-6A00-44D0-9362-77A4919A0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4612"/>
            <a:ext cx="4114800" cy="365125"/>
          </a:xfrm>
        </p:spPr>
        <p:txBody>
          <a:bodyPr/>
          <a:lstStyle/>
          <a:p>
            <a:r>
              <a:rPr lang="zh-CN" altLang="en-US" dirty="0"/>
              <a:t>数据结构与算法</a:t>
            </a:r>
            <a:r>
              <a:rPr lang="en-US" altLang="zh-CN" dirty="0"/>
              <a:t>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8686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103B60-26B1-4163-B236-4FAF4BF41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B762AD-3BC6-4895-8DC6-8880D7154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BD5B5E-0F53-40EB-9959-5EB90CA3B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E571-BA77-4BE8-B94F-D946F45AD8C8}" type="datetime1">
              <a:rPr lang="zh-CN" altLang="en-US" smtClean="0"/>
              <a:t>2023/12/29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F2CA9B-76FF-42C6-9AE1-DE6149BAB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29387E-1A88-497A-BA77-AFDA8840F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241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B2F464-0686-44A7-B30D-9C9CC2B5B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E10130-76DA-4478-B124-53AFF6004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23351C-11ED-499D-835A-AA7B34C57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C3C8FF-12BE-4E68-8D33-4700739E4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CCD0-6A09-4712-8892-E5860F113C4D}" type="datetime1">
              <a:rPr lang="zh-CN" altLang="en-US" smtClean="0"/>
              <a:t>2023/12/29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0D06EB-B30B-4F2A-9ABE-BDFF7248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0D0DF5-ED3D-432A-A099-C2E1EC66F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398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802E14-F037-4C09-8A41-5E094F860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78DD75-6F05-4473-AA55-28BE44021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3CF2E67-38C8-4BA5-AC20-FC2CC5A5C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622248A-D631-498C-96BA-C0C0E487B8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AD6B26E-B64F-42A7-AB3F-9DD88197D4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C7B85A7-6677-479E-BC22-6133B6D80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3BEBB-B741-4CA7-9E8C-B697CD2F73CF}" type="datetime1">
              <a:rPr lang="zh-CN" altLang="en-US" smtClean="0"/>
              <a:t>2023/12/29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6AE358E-E9CC-4CE7-ACBC-6C6EC285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DD2391D-712D-471C-8BFA-614CC10F0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292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11BF2-4F68-401A-AFA0-6DB759E9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4A7264-0058-481B-819E-1E4262AC4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EDC57-834C-4E41-B3BE-D0231CBD5B50}" type="datetime1">
              <a:rPr lang="zh-CN" altLang="en-US" smtClean="0"/>
              <a:t>2023/12/29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D26B22-ECFC-4914-9C6E-9E031A75E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99915B-3562-4ADD-8619-78C87C049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754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74081E5-E7AC-4C18-85FE-56BAA5CDD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90E2F-1CDB-4F42-94DD-4EEF502DE90B}" type="datetime1">
              <a:rPr lang="zh-CN" altLang="en-US" smtClean="0"/>
              <a:t>2023/12/29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8BEBA76-F5FD-4348-962B-003A583ED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4E30E2-4775-404D-9B45-FB814A8D4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357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7477A1-D804-4195-ABD1-A6839D9CE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306097-2CAF-46A0-B57B-E2DA4718F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B2CEB4-D3DB-40BA-A01C-C30F7F7B3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AFEAEC-D5DC-428A-9D9D-AFEB39A3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3A359-2029-4F66-A220-C4A8F6915E7C}" type="datetime1">
              <a:rPr lang="zh-CN" altLang="en-US" smtClean="0"/>
              <a:t>2023/12/29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28BE22-70B8-4FFE-AC52-BB14C3CCA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E87592-4605-40CE-843F-2B478F7EE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81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BF157A-E553-4629-A59E-DB14CB213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5A09ED-808E-4C86-A3F0-8F77E2D08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D896806-548C-4BA2-A3FA-766C23F86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511247-4978-4E4C-BE51-D16A7F103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7F47F-057C-46F9-9FC0-62313F1A5744}" type="datetime1">
              <a:rPr lang="zh-CN" altLang="en-US" smtClean="0"/>
              <a:t>2023/12/29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E10A14-5FC5-4AC2-BF47-49BFA3479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BBD7E2-1228-4ABE-8C1A-C9C2B641A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051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87BC7D-6736-4C2D-BFB5-8837F381D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3BA524-2A32-4CB5-A7A2-7E6F621CE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59B126-1FC1-4E47-9D7C-06E18A128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4276F-0903-4626-BCB5-FDF8F982C9B9}" type="datetime1">
              <a:rPr lang="zh-CN" altLang="en-US" smtClean="0"/>
              <a:t>2023/12/29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C68F7B-969F-4F51-935C-2A8423C39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6766D1-774A-4130-A7A8-BC6BA01BA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824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919ABD5-8A52-40EA-83E2-0873B94837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395810-11C6-43A7-9B45-2EA94FFC8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A90F92-A146-423F-87E4-890FBA27E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99871-0E87-43C4-9A61-E20736EB6AA4}" type="datetime1">
              <a:rPr lang="zh-CN" altLang="en-US" smtClean="0"/>
              <a:t>2023/12/29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EF334F-7675-4426-A037-A14C9908A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15D0DA-2DC9-4E03-BEAB-14230215A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321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3AE6690-381C-4355-A02B-0617B26AE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C99984-BA29-4F25-B5CF-EC2CE7BA4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89393D-B175-408C-BBAF-6CA208F3B9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3ED2A3-17B3-465F-AA04-E58507C55158}" type="datetime1">
              <a:rPr lang="zh-CN" altLang="en-US" smtClean="0"/>
              <a:t>2023/12/29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02B0D8-D67A-4DDD-89E2-C36AFC865A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196657-6AA2-487E-BA55-9EB89A755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2EF3B-ECF3-4833-B79A-B0B1E35EB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606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251239-888A-4F58-B5B8-4F5DF1AD8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11940"/>
            <a:ext cx="9144000" cy="1086706"/>
          </a:xfrm>
        </p:spPr>
        <p:txBody>
          <a:bodyPr>
            <a:normAutofit/>
          </a:bodyPr>
          <a:lstStyle/>
          <a:p>
            <a:r>
              <a:rPr lang="en-US" altLang="zh-CN" dirty="0"/>
              <a:t>2021</a:t>
            </a:r>
            <a:r>
              <a:rPr lang="zh-CN" altLang="en-US" dirty="0"/>
              <a:t>期末试题讲解</a:t>
            </a:r>
          </a:p>
        </p:txBody>
      </p:sp>
    </p:spTree>
    <p:extLst>
      <p:ext uri="{BB962C8B-B14F-4D97-AF65-F5344CB8AC3E}">
        <p14:creationId xmlns:p14="http://schemas.microsoft.com/office/powerpoint/2010/main" val="926538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5B04D79C-B401-404D-81C8-51B8A28ED0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24443"/>
                <a:ext cx="10515600" cy="4735370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altLang="zh-CN" dirty="0"/>
                  <a:t>1.</a:t>
                </a:r>
                <a:r>
                  <a:rPr lang="zh-CN" altLang="en-US" dirty="0"/>
                  <a:t>如下图所示的有向无环图，可以排出</a:t>
                </a:r>
                <a:r>
                  <a:rPr lang="en-US" altLang="zh-CN" u="sng" dirty="0">
                    <a:solidFill>
                      <a:srgbClr val="FF0000"/>
                    </a:solidFill>
                  </a:rPr>
                  <a:t>   12   </a:t>
                </a:r>
                <a:r>
                  <a:rPr lang="zh-CN" altLang="en-US" dirty="0"/>
                  <a:t>种不同的拓扑序列</a:t>
                </a:r>
                <a:r>
                  <a:rPr lang="zh-CN" altLang="zh-CN" dirty="0"/>
                  <a:t>。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a [</a:t>
                </a:r>
                <a:r>
                  <a:rPr lang="en-US" altLang="zh-CN" dirty="0" err="1"/>
                  <a:t>b,c,d</a:t>
                </a:r>
                <a:r>
                  <a:rPr lang="zh-CN" altLang="en-US" dirty="0"/>
                  <a:t>的全排列</a:t>
                </a:r>
                <a:r>
                  <a:rPr lang="en-US" altLang="zh-CN" dirty="0"/>
                  <a:t>]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e [</a:t>
                </a:r>
                <a:r>
                  <a:rPr lang="en-US" altLang="zh-CN" dirty="0" err="1"/>
                  <a:t>g,f</a:t>
                </a:r>
                <a:r>
                  <a:rPr lang="zh-CN" altLang="en-US" dirty="0"/>
                  <a:t>的全排列</a:t>
                </a:r>
                <a:r>
                  <a:rPr lang="en-US" altLang="zh-CN" dirty="0"/>
                  <a:t>]</a:t>
                </a:r>
                <a:endParaRPr lang="zh-CN" altLang="zh-CN" dirty="0"/>
              </a:p>
              <a:p>
                <a:pPr marL="0" lvl="0" indent="0">
                  <a:buNone/>
                </a:pPr>
                <a:endParaRPr lang="en-US" altLang="zh-CN" dirty="0"/>
              </a:p>
              <a:p>
                <a:pPr marL="0" lvl="0" indent="0">
                  <a:buNone/>
                </a:pPr>
                <a:endParaRPr lang="zh-CN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3,3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(2,2) </m:t>
                    </m:r>
                  </m:oMath>
                </a14:m>
                <a:r>
                  <a:rPr lang="en-US" altLang="zh-CN" dirty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5B04D79C-B401-404D-81C8-51B8A28ED0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24443"/>
                <a:ext cx="10515600" cy="4735370"/>
              </a:xfrm>
              <a:blipFill>
                <a:blip r:embed="rId3"/>
                <a:stretch>
                  <a:fillRect l="-1217" t="-24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1A6EB05D-3274-48D1-B7C3-19FCB94C9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090" y="111756"/>
            <a:ext cx="9537110" cy="752338"/>
          </a:xfrm>
        </p:spPr>
        <p:txBody>
          <a:bodyPr/>
          <a:lstStyle/>
          <a:p>
            <a:r>
              <a:rPr lang="zh-CN" altLang="en-US" b="1" dirty="0"/>
              <a:t>选择与填空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C7EEFA-3101-40A6-95A7-B7D0FE24B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081D35A0-06CD-4DCF-8EFB-70B0B8A18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65F1-34B2-481B-96AF-357A2541B1BB}" type="datetime1">
              <a:rPr lang="zh-CN" altLang="en-US" smtClean="0"/>
              <a:t>2023/12/29</a:t>
            </a:fld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D53255-EBC5-48B1-8AC7-0CBF39229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pPr/>
              <a:t>2</a:t>
            </a:fld>
            <a:r>
              <a:rPr lang="en-US" altLang="zh-CN"/>
              <a:t>/20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962B6E2-AF2F-4822-841C-A25D69D76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7788" y="1845823"/>
            <a:ext cx="253365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113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789207C8-9B7A-4D51-8F5C-6005608C57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4163" y="1341175"/>
                <a:ext cx="10689871" cy="4851078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dirty="0"/>
                  <a:t>2. </a:t>
                </a:r>
                <a:r>
                  <a:rPr lang="zh-CN" altLang="en-US" dirty="0"/>
                  <a:t>对于一个包含 </a:t>
                </a:r>
                <a:r>
                  <a:rPr lang="en-US" altLang="zh-CN" dirty="0"/>
                  <a:t>N (N&gt;1) </a:t>
                </a:r>
                <a:r>
                  <a:rPr lang="zh-CN" altLang="en-US" dirty="0"/>
                  <a:t>个顶点的图，假定任意两点间最多只有一条边，那么下列哪 些是错误的（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BC</a:t>
                </a:r>
                <a:r>
                  <a:rPr lang="zh-CN" altLang="en-US" dirty="0"/>
                  <a:t> ）。 </a:t>
                </a:r>
                <a:endParaRPr lang="en-US" altLang="zh-CN" dirty="0"/>
              </a:p>
              <a:p>
                <a:pPr marL="514350" indent="-514350">
                  <a:lnSpc>
                    <a:spcPct val="110000"/>
                  </a:lnSpc>
                  <a:buAutoNum type="alphaUcPeriod"/>
                </a:pPr>
                <a:r>
                  <a:rPr lang="zh-CN" altLang="en-US" dirty="0"/>
                  <a:t>在深度优先遍历稠密图时，用邻接表存储图比用相邻矩阵存储图不一定具有更高 的效率。 （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邻接矩阵常数小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marL="514350" indent="-514350">
                  <a:lnSpc>
                    <a:spcPct val="110000"/>
                  </a:lnSpc>
                  <a:buAutoNum type="alphaUcPeriod"/>
                </a:pPr>
                <a:r>
                  <a:rPr lang="zh-CN" altLang="en-US" dirty="0"/>
                  <a:t>单源最短路径问题中，当路径中存在负权边时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不存在负权回路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不可以使用 </a:t>
                </a:r>
                <a:r>
                  <a:rPr lang="en-US" altLang="zh-CN" dirty="0"/>
                  <a:t>Dijkstra </a:t>
                </a:r>
                <a:r>
                  <a:rPr lang="zh-CN" altLang="en-US" dirty="0"/>
                  <a:t>算法，可以先在每条边上加上一个常数，从而消除负权边，然后再利用 </a:t>
                </a:r>
                <a:r>
                  <a:rPr lang="en-US" altLang="zh-CN" dirty="0"/>
                  <a:t>Dijkstra </a:t>
                </a:r>
                <a:r>
                  <a:rPr lang="zh-CN" altLang="en-US" dirty="0"/>
                  <a:t>算法得到单源最短路径。 （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不能，作业题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marL="514350" indent="-514350">
                  <a:lnSpc>
                    <a:spcPct val="110000"/>
                  </a:lnSpc>
                  <a:buAutoNum type="alphaUcPeriod"/>
                </a:pPr>
                <a:r>
                  <a:rPr lang="zh-CN" altLang="en-US" dirty="0"/>
                  <a:t>考虑单源最短路径问题，在</a:t>
                </a:r>
                <a:r>
                  <a:rPr lang="en-US" altLang="zh-CN" dirty="0"/>
                  <a:t>Dijkstra</a:t>
                </a:r>
                <a:r>
                  <a:rPr lang="zh-CN" altLang="en-US" dirty="0"/>
                  <a:t>算法中可以利用最小堆来寻找权值最小结点， 也可以不利用堆（即直接扫描距离数组）来寻找权值最小结点。对于稠密图而言， 前者总是比后者在单源最短路径搜索中的复杂性要低。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（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func>
                      <m:func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）</a:t>
                </a:r>
                <a:r>
                  <a:rPr lang="zh-CN" altLang="en-US" dirty="0"/>
                  <a:t> </a:t>
                </a:r>
                <a:endParaRPr lang="en-US" altLang="zh-CN" dirty="0"/>
              </a:p>
              <a:p>
                <a:pPr marL="514350" indent="-514350">
                  <a:lnSpc>
                    <a:spcPct val="110000"/>
                  </a:lnSpc>
                  <a:buAutoNum type="alphaUcPeriod"/>
                </a:pPr>
                <a:r>
                  <a:rPr lang="zh-CN" altLang="en-US" dirty="0"/>
                  <a:t>最小生成树问题中，</a:t>
                </a:r>
                <a:r>
                  <a:rPr lang="en-US" altLang="zh-CN" dirty="0"/>
                  <a:t>Kruskal</a:t>
                </a:r>
                <a:r>
                  <a:rPr lang="zh-CN" altLang="en-US" dirty="0"/>
                  <a:t>算法适用于稀疏图而</a:t>
                </a:r>
                <a:r>
                  <a:rPr lang="en-US" altLang="zh-CN" dirty="0"/>
                  <a:t>Prim</a:t>
                </a:r>
                <a:r>
                  <a:rPr lang="zh-CN" altLang="en-US" dirty="0"/>
                  <a:t>算法适用于稠密图。</a:t>
                </a:r>
                <a:endParaRPr lang="zh-CN" altLang="zh-CN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789207C8-9B7A-4D51-8F5C-6005608C57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4163" y="1341175"/>
                <a:ext cx="10689871" cy="4851078"/>
              </a:xfrm>
              <a:blipFill>
                <a:blip r:embed="rId3"/>
                <a:stretch>
                  <a:fillRect l="-913" t="-1633" r="-3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3160974A-5CAD-4814-8C2F-A9DAA7B13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090" y="111756"/>
            <a:ext cx="9537110" cy="752338"/>
          </a:xfrm>
        </p:spPr>
        <p:txBody>
          <a:bodyPr/>
          <a:lstStyle/>
          <a:p>
            <a:r>
              <a:rPr lang="zh-CN" altLang="en-US" b="1" dirty="0"/>
              <a:t>选择与填空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D114F8-0207-4EB3-8E31-2D021C44D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C64A5A15-B14A-4870-912C-D620A884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8D98D-EED6-456D-A83F-AF8B9630FC38}" type="datetime1">
              <a:rPr lang="zh-CN" altLang="en-US" smtClean="0"/>
              <a:t>2023/12/29</a:t>
            </a:fld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F4CB47A-B698-4695-8472-945DC823F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pPr/>
              <a:t>3</a:t>
            </a:fld>
            <a:r>
              <a:rPr lang="en-US" altLang="zh-CN"/>
              <a:t>/20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6918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2AC64A8-D53C-432B-9CBA-1AFE0D243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altLang="zh-CN" dirty="0"/>
              <a:t>3.</a:t>
            </a:r>
            <a:r>
              <a:rPr lang="zh-CN" altLang="en-US" dirty="0"/>
              <a:t>设用希尔排序对数组</a:t>
            </a:r>
            <a:r>
              <a:rPr lang="en-US" altLang="zh-CN" dirty="0"/>
              <a:t>{98</a:t>
            </a:r>
            <a:r>
              <a:rPr lang="zh-CN" altLang="en-US" dirty="0"/>
              <a:t>，</a:t>
            </a:r>
            <a:r>
              <a:rPr lang="en-US" altLang="zh-CN" dirty="0"/>
              <a:t>36</a:t>
            </a:r>
            <a:r>
              <a:rPr lang="zh-CN" altLang="en-US" dirty="0"/>
              <a:t>，</a:t>
            </a:r>
            <a:r>
              <a:rPr lang="en-US" altLang="zh-CN" dirty="0"/>
              <a:t>-9</a:t>
            </a:r>
            <a:r>
              <a:rPr lang="zh-CN" altLang="en-US" dirty="0"/>
              <a:t>，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47</a:t>
            </a:r>
            <a:r>
              <a:rPr lang="zh-CN" altLang="en-US" dirty="0"/>
              <a:t>，</a:t>
            </a:r>
            <a:r>
              <a:rPr lang="en-US" altLang="zh-CN" dirty="0"/>
              <a:t>23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  <a:r>
              <a:rPr lang="zh-CN" altLang="en-US" dirty="0"/>
              <a:t>，</a:t>
            </a:r>
            <a:r>
              <a:rPr lang="en-US" altLang="zh-CN" dirty="0"/>
              <a:t>10</a:t>
            </a:r>
            <a:r>
              <a:rPr lang="zh-CN" altLang="en-US" dirty="0"/>
              <a:t>，</a:t>
            </a:r>
            <a:r>
              <a:rPr lang="en-US" altLang="zh-CN" dirty="0"/>
              <a:t>7}</a:t>
            </a:r>
            <a:r>
              <a:rPr lang="zh-CN" altLang="en-US" dirty="0"/>
              <a:t>进行从小到大排序。初始步长为 </a:t>
            </a:r>
            <a:r>
              <a:rPr lang="en-US" altLang="zh-CN" dirty="0"/>
              <a:t>4</a:t>
            </a:r>
            <a:r>
              <a:rPr lang="zh-CN" altLang="en-US" dirty="0"/>
              <a:t>，其后每次步长折半，则需调用排出</a:t>
            </a:r>
            <a:r>
              <a:rPr lang="en-US" altLang="zh-CN" u="sng" dirty="0">
                <a:solidFill>
                  <a:srgbClr val="FF0000"/>
                </a:solidFill>
              </a:rPr>
              <a:t>  7  </a:t>
            </a:r>
            <a:r>
              <a:rPr lang="zh-CN" altLang="en-US" dirty="0"/>
              <a:t>次插入排序；第一趟希尔排序结束后，数据的排列次序为 </a:t>
            </a:r>
            <a:r>
              <a:rPr lang="en-US" altLang="zh-CN" u="sng" dirty="0">
                <a:solidFill>
                  <a:srgbClr val="FF0000"/>
                </a:solidFill>
              </a:rPr>
              <a:t> 10 7 -9 0 47 23 1 8 98 36 </a:t>
            </a:r>
            <a:r>
              <a:rPr lang="zh-CN" altLang="en-US" u="sng" dirty="0">
                <a:solidFill>
                  <a:srgbClr val="FF0000"/>
                </a:solidFill>
              </a:rPr>
              <a:t>。</a:t>
            </a:r>
            <a:r>
              <a:rPr lang="en-US" altLang="zh-CN" u="sng" dirty="0">
                <a:solidFill>
                  <a:srgbClr val="FF0000"/>
                </a:solidFill>
              </a:rPr>
              <a:t> </a:t>
            </a:r>
            <a:endParaRPr lang="en-US" altLang="zh-CN" dirty="0"/>
          </a:p>
          <a:p>
            <a:pPr marL="0" lvl="0" indent="0">
              <a:buNone/>
            </a:pPr>
            <a:r>
              <a:rPr lang="en-US" altLang="zh-CN" dirty="0"/>
              <a:t>4 + 2 + 1</a:t>
            </a:r>
          </a:p>
          <a:p>
            <a:pPr marL="0" lvl="0" indent="0">
              <a:buNone/>
            </a:pPr>
            <a:r>
              <a:rPr lang="en-US" altLang="zh-CN" dirty="0"/>
              <a:t>4. </a:t>
            </a:r>
            <a:r>
              <a:rPr lang="zh-CN" altLang="en-US" dirty="0"/>
              <a:t>下面的排序算法中，不稳定的是（ </a:t>
            </a:r>
            <a:r>
              <a:rPr lang="en-US" altLang="zh-CN" dirty="0">
                <a:solidFill>
                  <a:srgbClr val="FF0000"/>
                </a:solidFill>
              </a:rPr>
              <a:t>CDF </a:t>
            </a:r>
            <a:r>
              <a:rPr lang="zh-CN" altLang="en-US" dirty="0"/>
              <a:t>） </a:t>
            </a:r>
            <a:endParaRPr lang="en-US" altLang="zh-CN" dirty="0"/>
          </a:p>
          <a:p>
            <a:pPr marL="0" lvl="0" indent="0">
              <a:buNone/>
            </a:pPr>
            <a:r>
              <a:rPr lang="en-US" altLang="zh-CN" dirty="0"/>
              <a:t>A </a:t>
            </a:r>
            <a:r>
              <a:rPr lang="zh-CN" altLang="en-US" dirty="0"/>
              <a:t>冒泡排序 </a:t>
            </a:r>
            <a:r>
              <a:rPr lang="en-US" altLang="zh-CN" dirty="0"/>
              <a:t>B </a:t>
            </a:r>
            <a:r>
              <a:rPr lang="zh-CN" altLang="en-US" dirty="0"/>
              <a:t>插入排序 </a:t>
            </a:r>
            <a:r>
              <a:rPr lang="en-US" altLang="zh-CN" dirty="0"/>
              <a:t>C </a:t>
            </a:r>
            <a:r>
              <a:rPr lang="zh-CN" altLang="en-US" dirty="0"/>
              <a:t>快速排序  </a:t>
            </a:r>
            <a:r>
              <a:rPr lang="en-US" altLang="zh-CN" dirty="0"/>
              <a:t>D </a:t>
            </a:r>
            <a:r>
              <a:rPr lang="zh-CN" altLang="en-US" dirty="0"/>
              <a:t>希尔排序 </a:t>
            </a:r>
            <a:r>
              <a:rPr lang="en-US" altLang="zh-CN" dirty="0"/>
              <a:t>E </a:t>
            </a:r>
            <a:r>
              <a:rPr lang="zh-CN" altLang="en-US" dirty="0"/>
              <a:t>基数排序 </a:t>
            </a:r>
            <a:r>
              <a:rPr lang="en-US" altLang="zh-CN" dirty="0"/>
              <a:t>F </a:t>
            </a:r>
            <a:r>
              <a:rPr lang="zh-CN" altLang="en-US" dirty="0"/>
              <a:t>堆排序</a:t>
            </a:r>
            <a:endParaRPr lang="zh-CN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8C0CF46-6EDB-4A9D-8FFE-F1ACE8482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090" y="111756"/>
            <a:ext cx="9537110" cy="752338"/>
          </a:xfrm>
        </p:spPr>
        <p:txBody>
          <a:bodyPr/>
          <a:lstStyle/>
          <a:p>
            <a:r>
              <a:rPr lang="zh-CN" altLang="en-US" b="1" dirty="0"/>
              <a:t>选择与填空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7B96ED-ED7C-4996-98AC-22D8D7BE2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04E0D7B6-E392-4A28-BDBC-9D00E88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B0025-D60F-4615-86D5-262E533E128E}" type="datetime1">
              <a:rPr lang="zh-CN" altLang="en-US" smtClean="0"/>
              <a:t>2023/12/29</a:t>
            </a:fld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D3CAD4F-27B5-44AF-A528-FD087C0D1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pPr/>
              <a:t>4</a:t>
            </a:fld>
            <a:r>
              <a:rPr lang="en-US" altLang="zh-CN"/>
              <a:t>/20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5853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1190A92-145A-4122-BF58-69CE17D39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US" altLang="zh-CN" dirty="0"/>
              <a:t>5.</a:t>
            </a:r>
            <a:r>
              <a:rPr lang="zh-CN" altLang="en-US" dirty="0"/>
              <a:t>设依次输入降序关键码序列</a:t>
            </a:r>
            <a:r>
              <a:rPr lang="en-US" altLang="zh-CN" dirty="0"/>
              <a:t>k1&gt;k2&gt;…&gt;</a:t>
            </a:r>
            <a:r>
              <a:rPr lang="en-US" altLang="zh-CN" dirty="0" err="1"/>
              <a:t>kn</a:t>
            </a:r>
            <a:r>
              <a:rPr lang="zh-CN" altLang="en-US" dirty="0"/>
              <a:t>，缓冲区大小为</a:t>
            </a:r>
            <a:r>
              <a:rPr lang="en-US" altLang="zh-CN" dirty="0"/>
              <a:t>m</a:t>
            </a:r>
            <a:r>
              <a:rPr lang="zh-CN" altLang="en-US" dirty="0"/>
              <a:t>。在</a:t>
            </a:r>
            <a:r>
              <a:rPr lang="en-US" altLang="zh-CN" dirty="0"/>
              <a:t>n=250, m=25</a:t>
            </a:r>
            <a:r>
              <a:rPr lang="zh-CN" altLang="en-US" dirty="0"/>
              <a:t>的情况 下，用最小值堆进行置换</a:t>
            </a:r>
            <a:r>
              <a:rPr lang="en-US" altLang="zh-CN" dirty="0"/>
              <a:t>-</a:t>
            </a:r>
            <a:r>
              <a:rPr lang="zh-CN" altLang="en-US" dirty="0"/>
              <a:t>选择排序，可产生初始归并段的个数为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u="sng" dirty="0">
                <a:solidFill>
                  <a:srgbClr val="FF0000"/>
                </a:solidFill>
              </a:rPr>
              <a:t>  10  </a:t>
            </a:r>
            <a:r>
              <a:rPr lang="en-US" altLang="zh-CN" dirty="0"/>
              <a:t>; </a:t>
            </a:r>
            <a:r>
              <a:rPr lang="zh-CN" altLang="en-US" dirty="0"/>
              <a:t>如果 </a:t>
            </a:r>
            <a:r>
              <a:rPr lang="en-US" altLang="zh-CN" dirty="0"/>
              <a:t>k1&lt;k2&lt;…&lt;</a:t>
            </a:r>
            <a:r>
              <a:rPr lang="en-US" altLang="zh-CN" dirty="0" err="1"/>
              <a:t>kn</a:t>
            </a:r>
            <a:r>
              <a:rPr lang="zh-CN" altLang="en-US" dirty="0"/>
              <a:t>，用最小值堆进行置换</a:t>
            </a:r>
            <a:r>
              <a:rPr lang="en-US" altLang="zh-CN" dirty="0"/>
              <a:t>-</a:t>
            </a:r>
            <a:r>
              <a:rPr lang="zh-CN" altLang="en-US" dirty="0"/>
              <a:t>选择排序，可产生初始归并段的个数为 </a:t>
            </a:r>
            <a:r>
              <a:rPr lang="zh-CN" altLang="en-US" u="sng" dirty="0">
                <a:solidFill>
                  <a:srgbClr val="FF0000"/>
                </a:solidFill>
              </a:rPr>
              <a:t>  </a:t>
            </a:r>
            <a:r>
              <a:rPr lang="en-US" altLang="zh-CN" u="sng">
                <a:solidFill>
                  <a:srgbClr val="FF0000"/>
                </a:solidFill>
              </a:rPr>
              <a:t>1   </a:t>
            </a:r>
            <a:r>
              <a:rPr lang="zh-CN" altLang="en-US" dirty="0"/>
              <a:t>。</a:t>
            </a:r>
            <a:endParaRPr lang="en-US" altLang="zh-CN" dirty="0"/>
          </a:p>
          <a:p>
            <a:pPr lvl="0">
              <a:lnSpc>
                <a:spcPct val="100000"/>
              </a:lnSpc>
            </a:pPr>
            <a:endParaRPr lang="en-US" altLang="zh-CN" dirty="0"/>
          </a:p>
          <a:p>
            <a:pPr lvl="0">
              <a:lnSpc>
                <a:spcPct val="100000"/>
              </a:lnSpc>
            </a:pPr>
            <a:r>
              <a:rPr lang="zh-CN" altLang="en-US" dirty="0"/>
              <a:t>置换选择排序当新元素小于堆顶元素时，直接弹出堆顶，堆的大小减一。新元素暂存用于下一个归并段的生成。</a:t>
            </a:r>
          </a:p>
        </p:txBody>
      </p:sp>
      <p:sp>
        <p:nvSpPr>
          <p:cNvPr id="11" name="标题 2">
            <a:extLst>
              <a:ext uri="{FF2B5EF4-FFF2-40B4-BE49-F238E27FC236}">
                <a16:creationId xmlns:a16="http://schemas.microsoft.com/office/drawing/2014/main" id="{775B6C90-D88A-46DB-95AE-BC4AD9AB1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090" y="111756"/>
            <a:ext cx="9537110" cy="752338"/>
          </a:xfrm>
        </p:spPr>
        <p:txBody>
          <a:bodyPr/>
          <a:lstStyle/>
          <a:p>
            <a:r>
              <a:rPr lang="zh-CN" altLang="en-US" b="1" dirty="0"/>
              <a:t>选择与填空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2387432-DD31-49D8-AD4E-DB319CB6F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038ECDA7-0C8F-478E-9533-30EAAD2E7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CE347-4814-46E1-98D6-D4BF79F6F4C2}" type="datetime1">
              <a:rPr lang="zh-CN" altLang="en-US" smtClean="0"/>
              <a:t>2023/12/29</a:t>
            </a:fld>
            <a:endParaRPr lang="zh-CN" altLang="en-US" dirty="0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46EB277E-F2E2-49DF-BCDE-84D9C4BAD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pPr/>
              <a:t>5</a:t>
            </a:fld>
            <a:r>
              <a:rPr lang="en-US" altLang="zh-CN"/>
              <a:t>/20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9393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160400D-BB21-437D-B36F-A076B24813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altLang="zh-CN" dirty="0"/>
                  <a:t>6. </a:t>
                </a:r>
                <a:r>
                  <a:rPr lang="zh-CN" altLang="en-US" dirty="0"/>
                  <a:t>设磁盘块大小是</a:t>
                </a:r>
                <a:r>
                  <a:rPr lang="en-US" altLang="zh-CN" dirty="0"/>
                  <a:t>1024</a:t>
                </a:r>
                <a:r>
                  <a:rPr lang="zh-CN" altLang="en-US" dirty="0"/>
                  <a:t>字节，每个索引项需要</a:t>
                </a:r>
                <a:r>
                  <a:rPr lang="en-US" altLang="zh-CN" dirty="0"/>
                  <a:t>8</a:t>
                </a:r>
                <a:r>
                  <a:rPr lang="zh-CN" altLang="en-US" dirty="0"/>
                  <a:t>个字节。 一个包含</a:t>
                </a:r>
                <a:r>
                  <a:rPr lang="en-US" altLang="zh-CN" dirty="0"/>
                  <a:t>25000</a:t>
                </a:r>
                <a:r>
                  <a:rPr lang="zh-CN" altLang="en-US" dirty="0"/>
                  <a:t>条记录的数据文件，若采用二级索引，则一级索引文件和二级索引文件共需占用</a:t>
                </a:r>
                <a:r>
                  <a:rPr lang="zh-CN" altLang="en-US" u="sng" dirty="0">
                    <a:solidFill>
                      <a:srgbClr val="FF0000"/>
                    </a:solidFill>
                  </a:rPr>
                  <a:t>  </a:t>
                </a:r>
                <a:r>
                  <a:rPr lang="en-US" altLang="zh-CN" u="sng" dirty="0">
                    <a:solidFill>
                      <a:srgbClr val="FF0000"/>
                    </a:solidFill>
                  </a:rPr>
                  <a:t>198  </a:t>
                </a:r>
                <a:r>
                  <a:rPr lang="zh-CN" altLang="en-US" dirty="0"/>
                  <a:t> 磁盘块。</a:t>
                </a:r>
                <a:endParaRPr lang="en-US" altLang="zh-CN" dirty="0"/>
              </a:p>
              <a:p>
                <a:pPr lvl="0"/>
                <a:endParaRPr lang="en-US" altLang="zh-CN" dirty="0"/>
              </a:p>
              <a:p>
                <a:pPr lvl="0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⌈ 25000×8÷1024⌉=196</m:t>
                    </m:r>
                  </m:oMath>
                </a14:m>
                <a:r>
                  <a:rPr lang="en-US" altLang="zh-CN" dirty="0"/>
                  <a:t> </a:t>
                </a:r>
              </a:p>
              <a:p>
                <a:r>
                  <a:rPr lang="en-US" altLang="zh-CN" dirty="0"/>
                  <a:t>25000</a:t>
                </a:r>
                <a:r>
                  <a:rPr lang="zh-CN" altLang="en-US" dirty="0"/>
                  <a:t>条记录的索引项的总大小是</a:t>
                </a:r>
                <a:r>
                  <a:rPr lang="en-US" altLang="zh-CN" dirty="0"/>
                  <a:t>25000*8</a:t>
                </a:r>
                <a:r>
                  <a:rPr lang="zh-CN" altLang="en-US" dirty="0"/>
                  <a:t>，需要</a:t>
                </a:r>
                <a:r>
                  <a:rPr lang="en-US" altLang="zh-CN" dirty="0"/>
                  <a:t>196</a:t>
                </a:r>
                <a:r>
                  <a:rPr lang="zh-CN" altLang="en-US" dirty="0"/>
                  <a:t>个磁盘块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lvl="0"/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196×8÷1024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altLang="zh-CN" b="0" dirty="0"/>
              </a:p>
              <a:p>
                <a:pPr lvl="0"/>
                <a:r>
                  <a:rPr lang="zh-CN" altLang="en-US" dirty="0"/>
                  <a:t>每个磁盘块需要一个索引项，这些索引项一共需要占用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个磁盘块</a:t>
                </a:r>
                <a:endParaRPr lang="en-US" altLang="zh-CN" dirty="0"/>
              </a:p>
              <a:p>
                <a:pPr lvl="0"/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160400D-BB21-437D-B36F-A076B24813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2">
            <a:extLst>
              <a:ext uri="{FF2B5EF4-FFF2-40B4-BE49-F238E27FC236}">
                <a16:creationId xmlns:a16="http://schemas.microsoft.com/office/drawing/2014/main" id="{9F7B7957-1D7B-46DA-86B9-7757A99C7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090" y="111756"/>
            <a:ext cx="9537110" cy="752338"/>
          </a:xfrm>
        </p:spPr>
        <p:txBody>
          <a:bodyPr/>
          <a:lstStyle/>
          <a:p>
            <a:r>
              <a:rPr lang="zh-CN" altLang="en-US" b="1" dirty="0"/>
              <a:t>选择与填空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2D309A-C49B-425B-9A66-6A0D1A26A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 dirty="0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7343588-CBE7-43BE-8527-678799353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6EACD-6973-4EB2-8FDC-F4371D347B0F}" type="datetime1">
              <a:rPr lang="zh-CN" altLang="en-US" smtClean="0"/>
              <a:t>2023/12/29</a:t>
            </a:fld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84B23474-8A96-442E-A85B-19C85941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pPr/>
              <a:t>6</a:t>
            </a:fld>
            <a:r>
              <a:rPr lang="en-US" altLang="zh-CN"/>
              <a:t>/20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65295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74CEB53A-E4DB-4FE7-BB2A-36FF79F3E5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4163" y="1341175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7. A[64][64]</a:t>
                </a:r>
                <a:r>
                  <a:rPr lang="zh-CN" altLang="en-US" dirty="0"/>
                  <a:t>是一个对称矩阵（即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 0≤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&lt;64</m:t>
                    </m:r>
                  </m:oMath>
                </a14:m>
                <a:r>
                  <a:rPr lang="zh-CN" altLang="en-US" dirty="0"/>
                  <a:t>。现将其非零元素按行存储到一维数组</a:t>
                </a:r>
                <a:r>
                  <a:rPr lang="en-US" altLang="zh-CN" dirty="0"/>
                  <a:t>T</a:t>
                </a:r>
                <a:r>
                  <a:rPr lang="zh-CN" altLang="en-US" dirty="0"/>
                  <a:t>中，并尽量节约空间，那么所需要的数组长度是</a:t>
                </a:r>
                <a:r>
                  <a:rPr lang="zh-CN" altLang="en-US" u="sng" dirty="0">
                    <a:solidFill>
                      <a:srgbClr val="FF0000"/>
                    </a:solidFill>
                  </a:rPr>
                  <a:t>   </a:t>
                </a:r>
                <a:r>
                  <a:rPr lang="en-US" altLang="zh-CN" u="sng" dirty="0">
                    <a:solidFill>
                      <a:srgbClr val="FF0000"/>
                    </a:solidFill>
                  </a:rPr>
                  <a:t>2080</a:t>
                </a:r>
                <a:r>
                  <a:rPr lang="zh-CN" altLang="en-US" u="sng" dirty="0">
                    <a:solidFill>
                      <a:srgbClr val="FF0000"/>
                    </a:solidFill>
                  </a:rPr>
                  <a:t>          </a:t>
                </a:r>
                <a:r>
                  <a:rPr lang="zh-CN" altLang="en-US" dirty="0"/>
                  <a:t>；假设存储下三角的元素，那么</a:t>
                </a:r>
                <a:r>
                  <a:rPr lang="en-US" altLang="zh-CN" dirty="0"/>
                  <a:t>A[21][20]</a:t>
                </a:r>
                <a:r>
                  <a:rPr lang="zh-CN" altLang="en-US" dirty="0"/>
                  <a:t>对应的下标是</a:t>
                </a:r>
                <a:r>
                  <a:rPr lang="zh-CN" altLang="en-US" u="sng" dirty="0">
                    <a:solidFill>
                      <a:srgbClr val="FF0000"/>
                    </a:solidFill>
                  </a:rPr>
                  <a:t>       </a:t>
                </a:r>
                <a:r>
                  <a:rPr lang="en-US" altLang="zh-CN" u="sng" dirty="0">
                    <a:solidFill>
                      <a:srgbClr val="FF0000"/>
                    </a:solidFill>
                  </a:rPr>
                  <a:t>251</a:t>
                </a:r>
                <a:r>
                  <a:rPr lang="zh-CN" altLang="en-US" u="sng" dirty="0">
                    <a:solidFill>
                      <a:srgbClr val="FF0000"/>
                    </a:solidFill>
                  </a:rPr>
                  <a:t>       </a:t>
                </a:r>
                <a:r>
                  <a:rPr lang="zh-CN" altLang="en-US" dirty="0"/>
                  <a:t>。 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重复的元素只存一遍，存上三角或者下三角，一共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nary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下三角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[20]</m:t>
                    </m:r>
                  </m:oMath>
                </a14:m>
                <a:r>
                  <a:rPr lang="zh-CN" altLang="en-US" dirty="0"/>
                  <a:t>的后一个是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[21]</m:t>
                    </m:r>
                  </m:oMath>
                </a14:m>
                <a:r>
                  <a:rPr lang="en-US" altLang="zh-CN" dirty="0"/>
                  <a:t>, </a:t>
                </a:r>
                <a:r>
                  <a:rPr lang="zh-CN" altLang="en-US" dirty="0"/>
                  <a:t>是第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=253</m:t>
                    </m:r>
                  </m:oMath>
                </a14:m>
                <a:r>
                  <a:rPr lang="zh-CN" altLang="en-US" dirty="0"/>
                  <a:t>个，对应下标</a:t>
                </a:r>
                <a:r>
                  <a:rPr lang="en-US" altLang="zh-CN" dirty="0"/>
                  <a:t>252</a:t>
                </a:r>
                <a:r>
                  <a:rPr lang="zh-CN" altLang="en-US" dirty="0"/>
                  <a:t>。所以</a:t>
                </a:r>
                <a:r>
                  <a:rPr lang="en-US" altLang="zh-CN" dirty="0"/>
                  <a:t>A[21][20]</a:t>
                </a:r>
                <a:r>
                  <a:rPr lang="zh-CN" altLang="en-US" dirty="0"/>
                  <a:t>下表是</a:t>
                </a:r>
                <a:r>
                  <a:rPr lang="en-US" altLang="zh-CN" dirty="0"/>
                  <a:t>251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74CEB53A-E4DB-4FE7-BB2A-36FF79F3E5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4163" y="1341175"/>
                <a:ext cx="10515600" cy="4351338"/>
              </a:xfrm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标题 2">
            <a:extLst>
              <a:ext uri="{FF2B5EF4-FFF2-40B4-BE49-F238E27FC236}">
                <a16:creationId xmlns:a16="http://schemas.microsoft.com/office/drawing/2014/main" id="{3FA7D470-D717-4576-812D-6427BB44E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090" y="111756"/>
            <a:ext cx="9537110" cy="752338"/>
          </a:xfrm>
        </p:spPr>
        <p:txBody>
          <a:bodyPr/>
          <a:lstStyle/>
          <a:p>
            <a:r>
              <a:rPr lang="zh-CN" altLang="en-US" b="1" dirty="0"/>
              <a:t>选择与填空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6B60A92-3457-4EB9-B8AB-85BE7A501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数据结构与算法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19" name="日期占位符 18">
            <a:extLst>
              <a:ext uri="{FF2B5EF4-FFF2-40B4-BE49-F238E27FC236}">
                <a16:creationId xmlns:a16="http://schemas.microsoft.com/office/drawing/2014/main" id="{5AAFDDA7-858E-45F3-9119-D7ECF8810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3103-83E3-40E3-BCB5-A5F15256D9EA}" type="datetime1">
              <a:rPr lang="zh-CN" altLang="en-US" smtClean="0"/>
              <a:t>2023/12/29</a:t>
            </a:fld>
            <a:endParaRPr lang="zh-CN" altLang="en-US" dirty="0"/>
          </a:p>
        </p:txBody>
      </p:sp>
      <p:sp>
        <p:nvSpPr>
          <p:cNvPr id="34" name="灯片编号占位符 33">
            <a:extLst>
              <a:ext uri="{FF2B5EF4-FFF2-40B4-BE49-F238E27FC236}">
                <a16:creationId xmlns:a16="http://schemas.microsoft.com/office/drawing/2014/main" id="{DC83BBBB-E2B1-4656-88E1-A2B2BFB8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pPr/>
              <a:t>7</a:t>
            </a:fld>
            <a:r>
              <a:rPr lang="en-US" altLang="zh-CN"/>
              <a:t>/20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4026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4467818-42DB-41D7-B7F6-13A988CBE7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0">
                  <a:lnSpc>
                    <a:spcPct val="120000"/>
                  </a:lnSpc>
                </a:pPr>
                <a:r>
                  <a:rPr lang="en-US" altLang="zh-CN" sz="1600" dirty="0"/>
                  <a:t>1. 【3</a:t>
                </a:r>
                <a:r>
                  <a:rPr lang="zh-CN" altLang="en-US" sz="1600" dirty="0"/>
                  <a:t>分</a:t>
                </a:r>
                <a:r>
                  <a:rPr lang="en-US" altLang="zh-CN" sz="1600" dirty="0"/>
                  <a:t>】</a:t>
                </a:r>
                <a:r>
                  <a:rPr lang="zh-CN" altLang="en-US" sz="1600" dirty="0"/>
                  <a:t>由点集</a:t>
                </a:r>
                <a:r>
                  <a:rPr lang="en-US" altLang="zh-CN" sz="1600" dirty="0"/>
                  <a:t>{0, 1, 2, 3, 4}</a:t>
                </a:r>
                <a:r>
                  <a:rPr lang="zh-CN" altLang="en-US" sz="1600" dirty="0"/>
                  <a:t>组成的有向图，其边权值由以下矩阵给出：</a:t>
                </a:r>
                <a:endParaRPr lang="en-US" altLang="zh-CN" sz="1600" dirty="0"/>
              </a:p>
              <a:p>
                <a:pPr lvl="0">
                  <a:lnSpc>
                    <a:spcPct val="120000"/>
                  </a:lnSpc>
                </a:pPr>
                <a:endParaRPr lang="en-US" altLang="zh-CN" sz="16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:endParaRPr lang="en-US" altLang="zh-CN" sz="1600" dirty="0"/>
              </a:p>
              <a:p>
                <a:pPr lvl="0">
                  <a:lnSpc>
                    <a:spcPct val="120000"/>
                  </a:lnSpc>
                </a:pPr>
                <a:r>
                  <a:rPr lang="zh-CN" altLang="en-US" sz="1600" dirty="0"/>
                  <a:t> </a:t>
                </a:r>
                <a:r>
                  <a:rPr lang="en-US" altLang="zh-CN" sz="1600" dirty="0"/>
                  <a:t>(1) </a:t>
                </a:r>
                <a:r>
                  <a:rPr lang="zh-CN" altLang="en-US" sz="1600" dirty="0"/>
                  <a:t>请画出从结点 </a:t>
                </a:r>
                <a:r>
                  <a:rPr lang="en-US" altLang="zh-CN" sz="1600" dirty="0"/>
                  <a:t>0 </a:t>
                </a:r>
                <a:r>
                  <a:rPr lang="zh-CN" altLang="en-US" sz="1600" dirty="0"/>
                  <a:t>开始进行广度优先搜索得到的树。（注意：在同等条件下先走标号 较小的结点；标注结点的标号和边的权值）</a:t>
                </a:r>
                <a:endParaRPr lang="en-US" altLang="zh-CN" sz="1600" dirty="0"/>
              </a:p>
              <a:p>
                <a:pPr lvl="0">
                  <a:lnSpc>
                    <a:spcPct val="120000"/>
                  </a:lnSpc>
                </a:pPr>
                <a:endParaRPr lang="en-US" altLang="zh-CN" sz="1600" dirty="0"/>
              </a:p>
              <a:p>
                <a:pPr lvl="0">
                  <a:lnSpc>
                    <a:spcPct val="120000"/>
                  </a:lnSpc>
                </a:pPr>
                <a:r>
                  <a:rPr lang="zh-CN" altLang="en-US" sz="1600" dirty="0"/>
                  <a:t> </a:t>
                </a:r>
                <a:r>
                  <a:rPr lang="en-US" altLang="zh-CN" sz="1600" dirty="0"/>
                  <a:t>(2) </a:t>
                </a:r>
                <a:r>
                  <a:rPr lang="zh-CN" altLang="en-US" sz="1600" dirty="0"/>
                  <a:t>设图中的每个结点与一个整数区间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en-US" altLang="zh-CN" sz="1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1600" dirty="0"/>
                  <a:t>关联，其中</a:t>
                </a:r>
                <a:r>
                  <a:rPr lang="en-US" altLang="zh-CN" sz="1600" dirty="0"/>
                  <a:t>j</a:t>
                </a:r>
                <a:r>
                  <a:rPr lang="zh-CN" altLang="en-US" sz="1600" dirty="0"/>
                  <a:t>为结点</a:t>
                </a:r>
                <a:r>
                  <a:rPr lang="en-US" altLang="zh-CN" sz="1600" dirty="0"/>
                  <a:t>v</a:t>
                </a:r>
                <a:r>
                  <a:rPr lang="zh-CN" altLang="en-US" sz="1600" dirty="0"/>
                  <a:t>在</a:t>
                </a:r>
                <a:r>
                  <a:rPr lang="en-US" altLang="zh-CN" sz="1600" dirty="0"/>
                  <a:t>(1)</a:t>
                </a:r>
                <a:r>
                  <a:rPr lang="zh-CN" altLang="en-US" sz="1600" dirty="0"/>
                  <a:t>中得到的树 的后序遍历中的序号，</a:t>
                </a:r>
                <a:r>
                  <a:rPr lang="en-US" altLang="zh-CN" sz="1600" dirty="0" err="1"/>
                  <a:t>i</a:t>
                </a:r>
                <a:r>
                  <a:rPr lang="zh-CN" altLang="en-US" sz="1600" dirty="0"/>
                  <a:t>为在</a:t>
                </a:r>
                <a:r>
                  <a:rPr lang="en-US" altLang="zh-CN" sz="1600" dirty="0"/>
                  <a:t>(1)</a:t>
                </a:r>
                <a:r>
                  <a:rPr lang="zh-CN" altLang="en-US" sz="1600" dirty="0"/>
                  <a:t>中得到的树中以结点</a:t>
                </a:r>
                <a:r>
                  <a:rPr lang="en-US" altLang="zh-CN" sz="1600" dirty="0"/>
                  <a:t>v</a:t>
                </a:r>
                <a:r>
                  <a:rPr lang="zh-CN" altLang="en-US" sz="1600" dirty="0"/>
                  <a:t>为根的子树中最小的后序遍 历序号。请写出每个结点对应的区间。（注意：后序遍历的序号从</a:t>
                </a:r>
                <a:r>
                  <a:rPr lang="en-US" altLang="zh-CN" sz="1600" dirty="0"/>
                  <a:t>1</a:t>
                </a:r>
                <a:r>
                  <a:rPr lang="zh-CN" altLang="en-US" sz="1600" dirty="0"/>
                  <a:t>开始） </a:t>
                </a:r>
                <a:endParaRPr lang="en-US" altLang="zh-CN" sz="1600" dirty="0"/>
              </a:p>
              <a:p>
                <a:pPr lvl="0">
                  <a:lnSpc>
                    <a:spcPct val="120000"/>
                  </a:lnSpc>
                </a:pPr>
                <a:r>
                  <a:rPr lang="en-US" altLang="zh-CN" sz="1600" dirty="0"/>
                  <a:t>(3) </a:t>
                </a:r>
                <a:r>
                  <a:rPr lang="zh-CN" altLang="en-US" sz="1600" dirty="0"/>
                  <a:t>给定一个有向图和一棵包含其所有结点的广度优先搜索树，问 为该有向图中结点 （</a:t>
                </a:r>
                <a:r>
                  <a:rPr lang="en-US" altLang="zh-CN" sz="1600" dirty="0"/>
                  <a:t>u!=v</a:t>
                </a:r>
                <a:r>
                  <a:rPr lang="zh-CN" altLang="en-US" sz="1600" dirty="0"/>
                  <a:t>）是否 与结点之间有路径的充分条件？若是，请简要说明理由；若否， 请在本题的图中给出一个反例。</a:t>
                </a:r>
                <a:endParaRPr lang="zh-CN" altLang="en-US" sz="22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4467818-42DB-41D7-B7F6-13A988CBE7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32" r="-9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DDE78081-EB67-488C-A30D-4F37AF19B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090" y="111756"/>
            <a:ext cx="9537110" cy="752338"/>
          </a:xfrm>
        </p:spPr>
        <p:txBody>
          <a:bodyPr/>
          <a:lstStyle/>
          <a:p>
            <a:r>
              <a:rPr lang="zh-CN" altLang="en-US" b="1" dirty="0"/>
              <a:t>简答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B97AC1D-2F6D-4F0D-974E-029C8F46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FECB33DB-8B6B-49E0-9700-4CAB5F8DF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91BE1-917E-4C4F-B163-3824110527BF}" type="datetime1">
              <a:rPr lang="zh-CN" altLang="en-US" smtClean="0"/>
              <a:t>2023/12/29</a:t>
            </a:fld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63DFEF5-4B42-450F-B778-5FA48E6F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pPr/>
              <a:t>8</a:t>
            </a:fld>
            <a:r>
              <a:rPr lang="en-US" altLang="zh-CN"/>
              <a:t>/20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EF3D6A5-F961-4994-B206-4C9B75FB7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8185" y="1048505"/>
            <a:ext cx="2619375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83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4467818-42DB-41D7-B7F6-13A988CBE7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0">
                  <a:lnSpc>
                    <a:spcPct val="120000"/>
                  </a:lnSpc>
                </a:pPr>
                <a:r>
                  <a:rPr lang="en-US" altLang="zh-CN" sz="1600" dirty="0"/>
                  <a:t>1. 【3</a:t>
                </a:r>
                <a:r>
                  <a:rPr lang="zh-CN" altLang="en-US" sz="1600" dirty="0"/>
                  <a:t>分</a:t>
                </a:r>
                <a:r>
                  <a:rPr lang="en-US" altLang="zh-CN" sz="1600" dirty="0"/>
                  <a:t>】</a:t>
                </a:r>
                <a:r>
                  <a:rPr lang="zh-CN" altLang="en-US" sz="1600" dirty="0"/>
                  <a:t>由点集</a:t>
                </a:r>
                <a:r>
                  <a:rPr lang="en-US" altLang="zh-CN" sz="1600" dirty="0"/>
                  <a:t>{0, 1, 2, 3, 4}</a:t>
                </a:r>
                <a:r>
                  <a:rPr lang="zh-CN" altLang="en-US" sz="1600" dirty="0"/>
                  <a:t>组成的有向图，其边权值由以下矩阵给出：</a:t>
                </a:r>
                <a:endParaRPr lang="en-US" altLang="zh-CN" sz="1600" dirty="0"/>
              </a:p>
              <a:p>
                <a:pPr lvl="0">
                  <a:lnSpc>
                    <a:spcPct val="120000"/>
                  </a:lnSpc>
                </a:pPr>
                <a:endParaRPr lang="en-US" altLang="zh-CN" sz="16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:endParaRPr lang="en-US" altLang="zh-CN" sz="1600" dirty="0"/>
              </a:p>
              <a:p>
                <a:pPr lvl="0">
                  <a:lnSpc>
                    <a:spcPct val="120000"/>
                  </a:lnSpc>
                </a:pPr>
                <a:r>
                  <a:rPr lang="zh-CN" altLang="en-US" sz="1600" dirty="0"/>
                  <a:t> </a:t>
                </a:r>
                <a:r>
                  <a:rPr lang="en-US" altLang="zh-CN" sz="1600" dirty="0"/>
                  <a:t>(1) </a:t>
                </a:r>
                <a:r>
                  <a:rPr lang="zh-CN" altLang="en-US" sz="1600" dirty="0"/>
                  <a:t>请画出从结点 </a:t>
                </a:r>
                <a:r>
                  <a:rPr lang="en-US" altLang="zh-CN" sz="1600" dirty="0"/>
                  <a:t>0 </a:t>
                </a:r>
                <a:r>
                  <a:rPr lang="zh-CN" altLang="en-US" sz="1600" dirty="0"/>
                  <a:t>开始进行广度优先搜索得到的树。（注意：在同等条件下先走标号 较小的结点；标注结点的标号和边的权值）</a:t>
                </a:r>
                <a:endParaRPr lang="en-US" altLang="zh-CN" sz="1600" dirty="0"/>
              </a:p>
              <a:p>
                <a:pPr lvl="0">
                  <a:lnSpc>
                    <a:spcPct val="120000"/>
                  </a:lnSpc>
                </a:pPr>
                <a:endParaRPr lang="en-US" altLang="zh-CN" sz="1600" dirty="0"/>
              </a:p>
              <a:p>
                <a:pPr lvl="0">
                  <a:lnSpc>
                    <a:spcPct val="120000"/>
                  </a:lnSpc>
                </a:pPr>
                <a:r>
                  <a:rPr lang="zh-CN" altLang="en-US" sz="1600" dirty="0"/>
                  <a:t> </a:t>
                </a:r>
                <a:r>
                  <a:rPr lang="en-US" altLang="zh-CN" sz="1600" dirty="0"/>
                  <a:t>(2) </a:t>
                </a:r>
                <a:r>
                  <a:rPr lang="zh-CN" altLang="en-US" sz="1600" dirty="0"/>
                  <a:t>设图中的每个结点与一个整数区间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en-US" altLang="zh-CN" sz="1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1600" dirty="0"/>
                  <a:t>关联，其中</a:t>
                </a:r>
                <a:r>
                  <a:rPr lang="en-US" altLang="zh-CN" sz="1600" dirty="0"/>
                  <a:t>j</a:t>
                </a:r>
                <a:r>
                  <a:rPr lang="zh-CN" altLang="en-US" sz="1600" dirty="0"/>
                  <a:t>为结点</a:t>
                </a:r>
                <a:r>
                  <a:rPr lang="en-US" altLang="zh-CN" sz="1600" dirty="0"/>
                  <a:t>v</a:t>
                </a:r>
                <a:r>
                  <a:rPr lang="zh-CN" altLang="en-US" sz="1600" dirty="0"/>
                  <a:t>在</a:t>
                </a:r>
                <a:r>
                  <a:rPr lang="en-US" altLang="zh-CN" sz="1600" dirty="0"/>
                  <a:t>(1)</a:t>
                </a:r>
                <a:r>
                  <a:rPr lang="zh-CN" altLang="en-US" sz="1600" dirty="0"/>
                  <a:t>中得到的树 的后序遍历中的序号，</a:t>
                </a:r>
                <a:r>
                  <a:rPr lang="en-US" altLang="zh-CN" sz="1600" dirty="0" err="1"/>
                  <a:t>i</a:t>
                </a:r>
                <a:r>
                  <a:rPr lang="zh-CN" altLang="en-US" sz="1600" dirty="0"/>
                  <a:t>为在</a:t>
                </a:r>
                <a:r>
                  <a:rPr lang="en-US" altLang="zh-CN" sz="1600" dirty="0"/>
                  <a:t>(1)</a:t>
                </a:r>
                <a:r>
                  <a:rPr lang="zh-CN" altLang="en-US" sz="1600" dirty="0"/>
                  <a:t>中得到的树中以结点</a:t>
                </a:r>
                <a:r>
                  <a:rPr lang="en-US" altLang="zh-CN" sz="1600" dirty="0"/>
                  <a:t>v</a:t>
                </a:r>
                <a:r>
                  <a:rPr lang="zh-CN" altLang="en-US" sz="1600" dirty="0"/>
                  <a:t>为根的子树中最小的后序遍 历序号。请写出每个结点对应的区间。（注意：后序遍历的序号从</a:t>
                </a:r>
                <a:r>
                  <a:rPr lang="en-US" altLang="zh-CN" sz="1600" dirty="0"/>
                  <a:t>1</a:t>
                </a:r>
                <a:r>
                  <a:rPr lang="zh-CN" altLang="en-US" sz="1600" dirty="0"/>
                  <a:t>开始） </a:t>
                </a:r>
                <a:endParaRPr lang="en-US" altLang="zh-CN" sz="1600" dirty="0"/>
              </a:p>
              <a:p>
                <a:pPr lvl="0">
                  <a:lnSpc>
                    <a:spcPct val="120000"/>
                  </a:lnSpc>
                </a:pPr>
                <a:r>
                  <a:rPr lang="en-US" altLang="zh-CN" sz="1600" dirty="0"/>
                  <a:t>(3) </a:t>
                </a:r>
                <a:r>
                  <a:rPr lang="zh-CN" altLang="en-US" sz="1600" dirty="0"/>
                  <a:t>给定一个有向图和一棵包含其所有结点的广度优先搜索树，问 为该有向图中结点 （</a:t>
                </a:r>
                <a:r>
                  <a:rPr lang="en-US" altLang="zh-CN" sz="1600" dirty="0"/>
                  <a:t>u!=v</a:t>
                </a:r>
                <a:r>
                  <a:rPr lang="zh-CN" altLang="en-US" sz="1600" dirty="0"/>
                  <a:t>）是否 与结点之间有路径的充分条件？若是，请简要说明理由；若否， 请在本题的图中给出一个反例。</a:t>
                </a:r>
                <a:endParaRPr lang="zh-CN" altLang="en-US" sz="22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4467818-42DB-41D7-B7F6-13A988CBE7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32" r="-9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DDE78081-EB67-488C-A30D-4F37AF19B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090" y="111756"/>
            <a:ext cx="9537110" cy="752338"/>
          </a:xfrm>
        </p:spPr>
        <p:txBody>
          <a:bodyPr/>
          <a:lstStyle/>
          <a:p>
            <a:r>
              <a:rPr lang="zh-CN" altLang="en-US" b="1" dirty="0"/>
              <a:t>简答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B97AC1D-2F6D-4F0D-974E-029C8F46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FECB33DB-8B6B-49E0-9700-4CAB5F8DF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91BE1-917E-4C4F-B163-3824110527BF}" type="datetime1">
              <a:rPr lang="zh-CN" altLang="en-US" smtClean="0"/>
              <a:t>2023/12/29</a:t>
            </a:fld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63DFEF5-4B42-450F-B778-5FA48E6F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pPr/>
              <a:t>9</a:t>
            </a:fld>
            <a:r>
              <a:rPr lang="en-US" altLang="zh-CN"/>
              <a:t>/20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EF3D6A5-F961-4994-B206-4C9B75FB7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8185" y="1048505"/>
            <a:ext cx="2619375" cy="109537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66ABE57-0A22-44A7-A746-119639077A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7830" y="3038677"/>
            <a:ext cx="3080084" cy="301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025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4467818-42DB-41D7-B7F6-13A988CBE7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lvl="0">
                  <a:lnSpc>
                    <a:spcPct val="120000"/>
                  </a:lnSpc>
                </a:pPr>
                <a:r>
                  <a:rPr lang="en-US" altLang="zh-CN" sz="1600" dirty="0"/>
                  <a:t>1. 【3</a:t>
                </a:r>
                <a:r>
                  <a:rPr lang="zh-CN" altLang="en-US" sz="1600" dirty="0"/>
                  <a:t>分</a:t>
                </a:r>
                <a:r>
                  <a:rPr lang="en-US" altLang="zh-CN" sz="1600" dirty="0"/>
                  <a:t>】</a:t>
                </a:r>
                <a:r>
                  <a:rPr lang="zh-CN" altLang="en-US" sz="1600" dirty="0"/>
                  <a:t>由点集</a:t>
                </a:r>
                <a:r>
                  <a:rPr lang="en-US" altLang="zh-CN" sz="1600" dirty="0"/>
                  <a:t>{0, 1, 2, 3, 4}</a:t>
                </a:r>
                <a:r>
                  <a:rPr lang="zh-CN" altLang="en-US" sz="1600" dirty="0"/>
                  <a:t>组成的有向图，其边权值由以下矩阵给出：</a:t>
                </a:r>
                <a:endParaRPr lang="en-US" altLang="zh-CN" sz="1600" dirty="0"/>
              </a:p>
              <a:p>
                <a:pPr lvl="0">
                  <a:lnSpc>
                    <a:spcPct val="120000"/>
                  </a:lnSpc>
                </a:pPr>
                <a:endParaRPr lang="en-US" altLang="zh-CN" sz="16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:endParaRPr lang="en-US" altLang="zh-CN" sz="1600" dirty="0"/>
              </a:p>
              <a:p>
                <a:pPr lvl="0">
                  <a:lnSpc>
                    <a:spcPct val="120000"/>
                  </a:lnSpc>
                </a:pPr>
                <a:r>
                  <a:rPr lang="zh-CN" altLang="en-US" sz="1600" dirty="0"/>
                  <a:t> </a:t>
                </a:r>
                <a:r>
                  <a:rPr lang="en-US" altLang="zh-CN" sz="1600" dirty="0"/>
                  <a:t>(1) </a:t>
                </a:r>
                <a:r>
                  <a:rPr lang="zh-CN" altLang="en-US" sz="1600" dirty="0"/>
                  <a:t>请画出从结点 </a:t>
                </a:r>
                <a:r>
                  <a:rPr lang="en-US" altLang="zh-CN" sz="1600" dirty="0"/>
                  <a:t>0 </a:t>
                </a:r>
                <a:r>
                  <a:rPr lang="zh-CN" altLang="en-US" sz="1600" dirty="0"/>
                  <a:t>开始进行广度优先搜索得到的树。（注意：在同等条件下先走标号 较小的结点；标注结点的标号和边的权值）</a:t>
                </a:r>
                <a:endParaRPr lang="en-US" altLang="zh-CN" sz="1600" dirty="0"/>
              </a:p>
              <a:p>
                <a:pPr lvl="0">
                  <a:lnSpc>
                    <a:spcPct val="120000"/>
                  </a:lnSpc>
                </a:pPr>
                <a:r>
                  <a:rPr lang="zh-CN" altLang="en-US" sz="1600" dirty="0"/>
                  <a:t> </a:t>
                </a:r>
                <a:r>
                  <a:rPr lang="en-US" altLang="zh-CN" sz="1600" dirty="0"/>
                  <a:t>(2) </a:t>
                </a:r>
                <a:r>
                  <a:rPr lang="zh-CN" altLang="en-US" sz="1600" dirty="0"/>
                  <a:t>设图中的每个结点与一个整数区间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en-US" altLang="zh-CN" sz="1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1600" dirty="0"/>
                  <a:t>关联，其中</a:t>
                </a:r>
                <a:r>
                  <a:rPr lang="en-US" altLang="zh-CN" sz="1600" dirty="0"/>
                  <a:t>j</a:t>
                </a:r>
                <a:r>
                  <a:rPr lang="zh-CN" altLang="en-US" sz="1600" dirty="0"/>
                  <a:t>为结点</a:t>
                </a:r>
                <a:r>
                  <a:rPr lang="en-US" altLang="zh-CN" sz="1600" dirty="0"/>
                  <a:t>v</a:t>
                </a:r>
                <a:r>
                  <a:rPr lang="zh-CN" altLang="en-US" sz="1600" dirty="0"/>
                  <a:t>在</a:t>
                </a:r>
                <a:r>
                  <a:rPr lang="en-US" altLang="zh-CN" sz="1600" dirty="0"/>
                  <a:t>(1)</a:t>
                </a:r>
                <a:r>
                  <a:rPr lang="zh-CN" altLang="en-US" sz="1600" dirty="0"/>
                  <a:t>中得到的树 的后序遍历中的序号，</a:t>
                </a:r>
                <a:r>
                  <a:rPr lang="en-US" altLang="zh-CN" sz="1600" dirty="0" err="1"/>
                  <a:t>i</a:t>
                </a:r>
                <a:r>
                  <a:rPr lang="zh-CN" altLang="en-US" sz="1600" dirty="0"/>
                  <a:t>为在</a:t>
                </a:r>
                <a:r>
                  <a:rPr lang="en-US" altLang="zh-CN" sz="1600" dirty="0"/>
                  <a:t>(1)</a:t>
                </a:r>
                <a:r>
                  <a:rPr lang="zh-CN" altLang="en-US" sz="1600" dirty="0"/>
                  <a:t>中得到的树中以结点</a:t>
                </a:r>
                <a:r>
                  <a:rPr lang="en-US" altLang="zh-CN" sz="1600" dirty="0"/>
                  <a:t>v</a:t>
                </a:r>
                <a:r>
                  <a:rPr lang="zh-CN" altLang="en-US" sz="1600" dirty="0"/>
                  <a:t>为根的子树中最小的后序遍历序号。请写出每个结点对应的区间。（注意：后序遍历的序号从</a:t>
                </a:r>
                <a:r>
                  <a:rPr lang="en-US" altLang="zh-CN" sz="1600" dirty="0"/>
                  <a:t>1</a:t>
                </a:r>
                <a:r>
                  <a:rPr lang="zh-CN" altLang="en-US" sz="1600" dirty="0"/>
                  <a:t>开始） </a:t>
                </a:r>
                <a:endParaRPr lang="en-US" altLang="zh-CN" sz="1600" dirty="0"/>
              </a:p>
              <a:p>
                <a:pPr lvl="0">
                  <a:lnSpc>
                    <a:spcPct val="120000"/>
                  </a:lnSpc>
                </a:pPr>
                <a:r>
                  <a:rPr lang="en-US" altLang="zh-CN" sz="1600" dirty="0"/>
                  <a:t>0-[1,5] 1-[1-3] 2-[1,1] 3-[4,4] 4-[3,3] </a:t>
                </a:r>
              </a:p>
              <a:p>
                <a:pPr lvl="0">
                  <a:lnSpc>
                    <a:spcPct val="120000"/>
                  </a:lnSpc>
                </a:pPr>
                <a:endParaRPr lang="en-US" altLang="zh-CN" sz="1600" dirty="0"/>
              </a:p>
              <a:p>
                <a:pPr lvl="0">
                  <a:lnSpc>
                    <a:spcPct val="120000"/>
                  </a:lnSpc>
                </a:pPr>
                <a:r>
                  <a:rPr lang="en-US" altLang="zh-CN" sz="1600" dirty="0"/>
                  <a:t>(3) </a:t>
                </a:r>
                <a:r>
                  <a:rPr lang="zh-CN" altLang="en-US" sz="1600" dirty="0"/>
                  <a:t>给定一个有向图和一棵包含其所有结点的广度优先搜索树，问 为该有向图中结点 （</a:t>
                </a:r>
                <a:r>
                  <a:rPr lang="en-US" altLang="zh-CN" sz="1600" dirty="0"/>
                  <a:t>u!=v</a:t>
                </a:r>
                <a:r>
                  <a:rPr lang="zh-CN" altLang="en-US" sz="1600" dirty="0"/>
                  <a:t>）是否 与结点之间有路径的充分条件？若是，请简要说明理由；若否， 请在本题的图中给出一个反例。</a:t>
                </a:r>
                <a:endParaRPr lang="zh-CN" altLang="en-US" sz="22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4467818-42DB-41D7-B7F6-13A988CBE7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32" t="-140" r="-9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DDE78081-EB67-488C-A30D-4F37AF19B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090" y="111756"/>
            <a:ext cx="9537110" cy="752338"/>
          </a:xfrm>
        </p:spPr>
        <p:txBody>
          <a:bodyPr/>
          <a:lstStyle/>
          <a:p>
            <a:r>
              <a:rPr lang="zh-CN" altLang="en-US" b="1" dirty="0"/>
              <a:t>简答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B97AC1D-2F6D-4F0D-974E-029C8F46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FECB33DB-8B6B-49E0-9700-4CAB5F8DF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91BE1-917E-4C4F-B163-3824110527BF}" type="datetime1">
              <a:rPr lang="zh-CN" altLang="en-US" smtClean="0"/>
              <a:t>2023/12/29</a:t>
            </a:fld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63DFEF5-4B42-450F-B778-5FA48E6F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pPr/>
              <a:t>10</a:t>
            </a:fld>
            <a:r>
              <a:rPr lang="en-US" altLang="zh-CN"/>
              <a:t>/20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EF3D6A5-F961-4994-B206-4C9B75FB7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8185" y="1048505"/>
            <a:ext cx="2619375" cy="10953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F946843-47E9-46FE-87C6-959DD961BE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6416" y="2428741"/>
            <a:ext cx="4783054" cy="4317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837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4467818-42DB-41D7-B7F6-13A988CBE7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4163" y="1341174"/>
                <a:ext cx="10515600" cy="5083437"/>
              </a:xfrm>
            </p:spPr>
            <p:txBody>
              <a:bodyPr>
                <a:normAutofit/>
              </a:bodyPr>
              <a:lstStyle/>
              <a:p>
                <a:pPr lvl="0">
                  <a:lnSpc>
                    <a:spcPct val="120000"/>
                  </a:lnSpc>
                </a:pPr>
                <a:r>
                  <a:rPr lang="en-US" altLang="zh-CN" sz="1600" dirty="0"/>
                  <a:t>1. 【3</a:t>
                </a:r>
                <a:r>
                  <a:rPr lang="zh-CN" altLang="en-US" sz="1600" dirty="0"/>
                  <a:t>分</a:t>
                </a:r>
                <a:r>
                  <a:rPr lang="en-US" altLang="zh-CN" sz="1600" dirty="0"/>
                  <a:t>】</a:t>
                </a:r>
                <a:r>
                  <a:rPr lang="zh-CN" altLang="en-US" sz="1600" dirty="0"/>
                  <a:t>由点集</a:t>
                </a:r>
                <a:r>
                  <a:rPr lang="en-US" altLang="zh-CN" sz="1600" dirty="0"/>
                  <a:t>{0, 1, 2, 3, 4}</a:t>
                </a:r>
                <a:r>
                  <a:rPr lang="zh-CN" altLang="en-US" sz="1600" dirty="0"/>
                  <a:t>组成的有向图，其边权值由以下矩阵给出：</a:t>
                </a:r>
                <a:endParaRPr lang="en-US" altLang="zh-CN" sz="1600" dirty="0"/>
              </a:p>
              <a:p>
                <a:pPr lvl="0">
                  <a:lnSpc>
                    <a:spcPct val="120000"/>
                  </a:lnSpc>
                </a:pPr>
                <a:endParaRPr lang="en-US" altLang="zh-CN" sz="16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:endParaRPr lang="en-US" altLang="zh-CN" sz="1600" dirty="0"/>
              </a:p>
              <a:p>
                <a:pPr lvl="0">
                  <a:lnSpc>
                    <a:spcPct val="120000"/>
                  </a:lnSpc>
                </a:pPr>
                <a:r>
                  <a:rPr lang="zh-CN" altLang="en-US" sz="1600" dirty="0"/>
                  <a:t> </a:t>
                </a:r>
                <a:r>
                  <a:rPr lang="en-US" altLang="zh-CN" sz="1600" dirty="0"/>
                  <a:t>(1) </a:t>
                </a:r>
                <a:r>
                  <a:rPr lang="zh-CN" altLang="en-US" sz="1600" dirty="0"/>
                  <a:t>请画出从结点 </a:t>
                </a:r>
                <a:r>
                  <a:rPr lang="en-US" altLang="zh-CN" sz="1600" dirty="0"/>
                  <a:t>0 </a:t>
                </a:r>
                <a:r>
                  <a:rPr lang="zh-CN" altLang="en-US" sz="1600" dirty="0"/>
                  <a:t>开始进行广度优先搜索得到的树。（注意：在同等条件下先走标号 较小的结点；标注结点的标号和边的权值）</a:t>
                </a:r>
                <a:endParaRPr lang="en-US" altLang="zh-CN" sz="1600" dirty="0"/>
              </a:p>
              <a:p>
                <a:pPr lvl="0">
                  <a:lnSpc>
                    <a:spcPct val="120000"/>
                  </a:lnSpc>
                </a:pPr>
                <a:r>
                  <a:rPr lang="zh-CN" altLang="en-US" sz="1600" dirty="0"/>
                  <a:t> </a:t>
                </a:r>
                <a:r>
                  <a:rPr lang="en-US" altLang="zh-CN" sz="1600" dirty="0"/>
                  <a:t>(2) </a:t>
                </a:r>
                <a:r>
                  <a:rPr lang="zh-CN" altLang="en-US" sz="1600" dirty="0"/>
                  <a:t>设图中的每个结点与一个整数区间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en-US" altLang="zh-CN" sz="1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1600" dirty="0"/>
                  <a:t>关联，其中</a:t>
                </a:r>
                <a:r>
                  <a:rPr lang="en-US" altLang="zh-CN" sz="1600" dirty="0"/>
                  <a:t>j</a:t>
                </a:r>
                <a:r>
                  <a:rPr lang="zh-CN" altLang="en-US" sz="1600" dirty="0"/>
                  <a:t>为结点</a:t>
                </a:r>
                <a:r>
                  <a:rPr lang="en-US" altLang="zh-CN" sz="1600" dirty="0"/>
                  <a:t>v</a:t>
                </a:r>
                <a:r>
                  <a:rPr lang="zh-CN" altLang="en-US" sz="1600" dirty="0"/>
                  <a:t>在</a:t>
                </a:r>
                <a:r>
                  <a:rPr lang="en-US" altLang="zh-CN" sz="1600" dirty="0"/>
                  <a:t>(1)</a:t>
                </a:r>
                <a:r>
                  <a:rPr lang="zh-CN" altLang="en-US" sz="1600" dirty="0"/>
                  <a:t>中得到的树 的后序遍历中的序号，</a:t>
                </a:r>
                <a:r>
                  <a:rPr lang="en-US" altLang="zh-CN" sz="1600" dirty="0" err="1"/>
                  <a:t>i</a:t>
                </a:r>
                <a:r>
                  <a:rPr lang="zh-CN" altLang="en-US" sz="1600" dirty="0"/>
                  <a:t>为在</a:t>
                </a:r>
                <a:r>
                  <a:rPr lang="en-US" altLang="zh-CN" sz="1600" dirty="0"/>
                  <a:t>(1)</a:t>
                </a:r>
                <a:r>
                  <a:rPr lang="zh-CN" altLang="en-US" sz="1600" dirty="0"/>
                  <a:t>中得到的树中以结点</a:t>
                </a:r>
                <a:r>
                  <a:rPr lang="en-US" altLang="zh-CN" sz="1600" dirty="0"/>
                  <a:t>v</a:t>
                </a:r>
                <a:r>
                  <a:rPr lang="zh-CN" altLang="en-US" sz="1600" dirty="0"/>
                  <a:t>为根的子树中最小的后序遍历序号。请写出每个结点对应的区间。（注意：后序遍历的序号从</a:t>
                </a:r>
                <a:r>
                  <a:rPr lang="en-US" altLang="zh-CN" sz="1600" dirty="0"/>
                  <a:t>1</a:t>
                </a:r>
                <a:r>
                  <a:rPr lang="zh-CN" altLang="en-US" sz="1600" dirty="0"/>
                  <a:t>开始） </a:t>
                </a:r>
                <a:endParaRPr lang="en-US" altLang="zh-CN" sz="1600" dirty="0"/>
              </a:p>
              <a:p>
                <a:pPr lvl="0">
                  <a:lnSpc>
                    <a:spcPct val="120000"/>
                  </a:lnSpc>
                </a:pPr>
                <a:r>
                  <a:rPr lang="en-US" altLang="zh-CN" sz="1600" dirty="0"/>
                  <a:t>(3) </a:t>
                </a:r>
                <a:r>
                  <a:rPr lang="zh-CN" altLang="en-US" sz="1600" dirty="0"/>
                  <a:t>给定一个有向图和一棵包含其所有结点的广度优先搜索树，问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⊂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zh-CN" altLang="en-US" sz="1600" dirty="0"/>
                  <a:t>是否为该有向图中结点</a:t>
                </a:r>
                <a:r>
                  <a:rPr lang="en-US" altLang="zh-CN" sz="1600" dirty="0"/>
                  <a:t>u</a:t>
                </a:r>
                <a:r>
                  <a:rPr lang="zh-CN" altLang="en-US" sz="1600" dirty="0"/>
                  <a:t>与结点</a:t>
                </a:r>
                <a:r>
                  <a:rPr lang="en-US" altLang="zh-CN" sz="1600" dirty="0"/>
                  <a:t>v</a:t>
                </a:r>
                <a:r>
                  <a:rPr lang="zh-CN" altLang="en-US" sz="1600" dirty="0"/>
                  <a:t>之间有路径的充分条件？若是，请简要说明理由；若否， 请在本题的图中给出一个反例。</a:t>
                </a:r>
                <a:endParaRPr lang="en-US" altLang="zh-CN" sz="1600" dirty="0"/>
              </a:p>
              <a:p>
                <a:pPr lvl="0">
                  <a:lnSpc>
                    <a:spcPct val="120000"/>
                  </a:lnSpc>
                </a:pPr>
                <a:r>
                  <a:rPr lang="zh-CN" altLang="en-US" sz="1600" dirty="0">
                    <a:solidFill>
                      <a:srgbClr val="FF0000"/>
                    </a:solidFill>
                  </a:rPr>
                  <a:t>是。序号在区间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</m:oMath>
                </a14:m>
                <a:r>
                  <a:rPr lang="zh-CN" altLang="en-US" sz="1600" dirty="0">
                    <a:solidFill>
                      <a:srgbClr val="FF0000"/>
                    </a:solidFill>
                  </a:rPr>
                  <a:t>里的点一定在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v</a:t>
                </a:r>
                <a:r>
                  <a:rPr lang="zh-CN" altLang="en-US" sz="1600" dirty="0">
                    <a:solidFill>
                      <a:srgbClr val="FF0000"/>
                    </a:solidFill>
                  </a:rPr>
                  <a:t>的子树中。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v</a:t>
                </a:r>
                <a:r>
                  <a:rPr lang="zh-CN" altLang="en-US" sz="1600" dirty="0">
                    <a:solidFill>
                      <a:srgbClr val="FF0000"/>
                    </a:solidFill>
                  </a:rPr>
                  <a:t>在区间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zh-CN" altLang="en-US" sz="1600" dirty="0">
                    <a:solidFill>
                      <a:srgbClr val="FF0000"/>
                    </a:solidFill>
                  </a:rPr>
                  <a:t>里。广度优先搜索子树里的点一定存在到他的路径。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4467818-42DB-41D7-B7F6-13A988CBE7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4163" y="1341174"/>
                <a:ext cx="10515600" cy="5083437"/>
              </a:xfrm>
              <a:blipFill>
                <a:blip r:embed="rId3"/>
                <a:stretch>
                  <a:fillRect l="-232" r="-9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DDE78081-EB67-488C-A30D-4F37AF19B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090" y="111756"/>
            <a:ext cx="9537110" cy="752338"/>
          </a:xfrm>
        </p:spPr>
        <p:txBody>
          <a:bodyPr/>
          <a:lstStyle/>
          <a:p>
            <a:r>
              <a:rPr lang="zh-CN" altLang="en-US" b="1" dirty="0"/>
              <a:t>简答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B97AC1D-2F6D-4F0D-974E-029C8F46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FECB33DB-8B6B-49E0-9700-4CAB5F8DF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91BE1-917E-4C4F-B163-3824110527BF}" type="datetime1">
              <a:rPr lang="zh-CN" altLang="en-US" smtClean="0"/>
              <a:t>2023/12/29</a:t>
            </a:fld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63DFEF5-4B42-450F-B778-5FA48E6F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pPr/>
              <a:t>11</a:t>
            </a:fld>
            <a:r>
              <a:rPr lang="en-US" altLang="zh-CN"/>
              <a:t>/20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EF3D6A5-F961-4994-B206-4C9B75FB7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8185" y="1048505"/>
            <a:ext cx="2619375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71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C5783B0-665F-4212-AE2B-2C37B03D4F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2. 【2</a:t>
                </a:r>
                <a:r>
                  <a:rPr lang="zh-CN" altLang="en-US" sz="1600" dirty="0"/>
                  <a:t>分</a:t>
                </a:r>
                <a:r>
                  <a:rPr lang="en-US" altLang="zh-CN" sz="1600" dirty="0"/>
                  <a:t>】n=10000</a:t>
                </a:r>
                <a:r>
                  <a:rPr lang="zh-CN" altLang="en-US" sz="1600" dirty="0"/>
                  <a:t>个整数，要求使用基于比较的方法，找到最大的前</a:t>
                </a:r>
                <a:r>
                  <a:rPr lang="en-US" altLang="zh-CN" sz="1600" dirty="0"/>
                  <a:t>k=10</a:t>
                </a:r>
                <a:r>
                  <a:rPr lang="zh-CN" altLang="en-US" sz="1600" dirty="0"/>
                  <a:t>个数，并且对这 </a:t>
                </a:r>
                <a:r>
                  <a:rPr lang="en-US" altLang="zh-CN" sz="1600" dirty="0"/>
                  <a:t>k </a:t>
                </a:r>
                <a:r>
                  <a:rPr lang="zh-CN" altLang="en-US" sz="1600" dirty="0"/>
                  <a:t>个数进行排序，其他数的顺序不作要求。请给出在以下场景中所需的最大比 较次数，并给出计算依据。</a:t>
                </a:r>
                <a:endParaRPr lang="en-US" altLang="zh-CN" sz="1600" dirty="0"/>
              </a:p>
              <a:p>
                <a:r>
                  <a:rPr lang="zh-CN" altLang="en-US" sz="1600" dirty="0"/>
                  <a:t> </a:t>
                </a:r>
                <a:r>
                  <a:rPr lang="en-US" altLang="zh-CN" sz="1600" dirty="0"/>
                  <a:t>(1) </a:t>
                </a:r>
                <a:r>
                  <a:rPr lang="zh-CN" altLang="en-US" sz="1600" dirty="0"/>
                  <a:t>对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个数进行排序，排序过程中若发现已经得到了排好序的最大的前</a:t>
                </a:r>
                <a:r>
                  <a:rPr lang="en-US" altLang="zh-CN" sz="1600" dirty="0"/>
                  <a:t>k</a:t>
                </a:r>
                <a:r>
                  <a:rPr lang="zh-CN" altLang="en-US" sz="1600" dirty="0"/>
                  <a:t>个数，则输 出并终止算法。这里使用某种能使该算法终止时所需比较次数最小的基于比较的非 递归排序算法。</a:t>
                </a:r>
                <a:endParaRPr lang="en-US" altLang="zh-CN" sz="1600" dirty="0"/>
              </a:p>
              <a:p>
                <a:r>
                  <a:rPr lang="zh-CN" altLang="en-US" sz="1600" dirty="0">
                    <a:solidFill>
                      <a:srgbClr val="FF0000"/>
                    </a:solidFill>
                  </a:rPr>
                  <a:t>选择排序 </a:t>
                </a:r>
                <a:r>
                  <a:rPr lang="en-US" altLang="zh-CN" sz="1600" dirty="0" err="1">
                    <a:solidFill>
                      <a:srgbClr val="FF0000"/>
                    </a:solidFill>
                  </a:rPr>
                  <a:t>kn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9999+9998+…+9990≈100 000  </m:t>
                    </m:r>
                  </m:oMath>
                </a14:m>
                <a:endParaRPr lang="en-US" altLang="zh-CN" sz="1600" dirty="0">
                  <a:solidFill>
                    <a:srgbClr val="FF0000"/>
                  </a:solidFill>
                </a:endParaRPr>
              </a:p>
              <a:p>
                <a:r>
                  <a:rPr lang="zh-CN" altLang="en-US" sz="1600" dirty="0"/>
                  <a:t> </a:t>
                </a:r>
                <a:r>
                  <a:rPr lang="en-US" altLang="zh-CN" sz="1600" dirty="0"/>
                  <a:t>(2) </a:t>
                </a:r>
                <a:r>
                  <a:rPr lang="zh-CN" altLang="en-US" sz="1600" dirty="0"/>
                  <a:t>对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个数建立最大堆，调用</a:t>
                </a:r>
                <a:r>
                  <a:rPr lang="en-US" altLang="zh-CN" sz="1600" dirty="0"/>
                  <a:t>k</a:t>
                </a:r>
                <a:r>
                  <a:rPr lang="zh-CN" altLang="en-US" sz="1600" dirty="0"/>
                  <a:t>次</a:t>
                </a:r>
                <a:r>
                  <a:rPr lang="en-US" altLang="zh-CN" sz="1600" dirty="0" err="1"/>
                  <a:t>pop_max</a:t>
                </a:r>
                <a:r>
                  <a:rPr lang="en-US" altLang="zh-CN" sz="1600" dirty="0"/>
                  <a:t>()</a:t>
                </a:r>
                <a:r>
                  <a:rPr lang="zh-CN" altLang="en-US" sz="1600" dirty="0"/>
                  <a:t>函数（</a:t>
                </a:r>
                <a:r>
                  <a:rPr lang="en-US" altLang="zh-CN" sz="1600" dirty="0" err="1"/>
                  <a:t>pop_max</a:t>
                </a:r>
                <a:r>
                  <a:rPr lang="en-US" altLang="zh-CN" sz="1600" dirty="0"/>
                  <a:t>()</a:t>
                </a:r>
                <a:r>
                  <a:rPr lang="zh-CN" altLang="en-US" sz="1600" dirty="0"/>
                  <a:t>函数返回堆的最大元素， 并将该元素从最大堆中删除。）注：本题写出表达式即可。</a:t>
                </a:r>
                <a:endParaRPr lang="en-US" altLang="zh-CN" sz="16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altLang="zh-CN" sz="1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func>
                      <m:funcPr>
                        <m:ctrlP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6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dirty="0">
                    <a:solidFill>
                      <a:srgbClr val="FF0000"/>
                    </a:solidFill>
                  </a:rPr>
                  <a:t>，筛选法建堆比较次数小于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2n</a:t>
                </a:r>
                <a:r>
                  <a:rPr lang="zh-CN" altLang="en-US" sz="1600" dirty="0">
                    <a:solidFill>
                      <a:srgbClr val="FF0000"/>
                    </a:solidFill>
                  </a:rPr>
                  <a:t>，每次取堆顶比较次数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2logn</a:t>
                </a:r>
                <a:r>
                  <a:rPr lang="zh-CN" altLang="en-US" sz="1600" dirty="0">
                    <a:solidFill>
                      <a:srgbClr val="FF0000"/>
                    </a:solidFill>
                  </a:rPr>
                  <a:t>，总比较次数小于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zh-CN" sz="16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i="1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i="1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begChr m:val="⌈"/>
                            <m:endChr m:val="⌉"/>
                            <m:ctrlPr>
                              <a:rPr lang="en-US" altLang="zh-CN" sz="16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zh-CN" sz="16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1600" i="0" dirty="0" err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CN" sz="16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d>
                      </m:e>
                    </m:d>
                    <m:r>
                      <a:rPr lang="en-US" altLang="zh-CN" sz="1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=20280</m:t>
                    </m:r>
                  </m:oMath>
                </a14:m>
                <a:r>
                  <a:rPr lang="zh-CN" altLang="en-US" sz="1600" dirty="0">
                    <a:solidFill>
                      <a:srgbClr val="FF0000"/>
                    </a:solidFill>
                  </a:rPr>
                  <a:t>。</a:t>
                </a:r>
                <a:endParaRPr lang="en-US" altLang="zh-CN" sz="1600" dirty="0">
                  <a:solidFill>
                    <a:srgbClr val="FF0000"/>
                  </a:solidFill>
                </a:endParaRPr>
              </a:p>
              <a:p>
                <a:r>
                  <a:rPr lang="zh-CN" altLang="en-US" sz="1600" dirty="0">
                    <a:solidFill>
                      <a:srgbClr val="FF0000"/>
                    </a:solidFill>
                  </a:rPr>
                  <a:t>可以通过更精细的分析得到更好的上界，</a:t>
                </a:r>
                <a:endParaRPr lang="en-US" altLang="zh-CN" sz="1600" dirty="0"/>
              </a:p>
              <a:p>
                <a:endParaRPr lang="zh-CN" altLang="en-US" sz="160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C5783B0-665F-4212-AE2B-2C37B03D4F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32" t="-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2">
            <a:extLst>
              <a:ext uri="{FF2B5EF4-FFF2-40B4-BE49-F238E27FC236}">
                <a16:creationId xmlns:a16="http://schemas.microsoft.com/office/drawing/2014/main" id="{F8BD29DA-879A-476A-B8C3-EE8F7BF1F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090" y="111756"/>
            <a:ext cx="9537110" cy="752338"/>
          </a:xfrm>
        </p:spPr>
        <p:txBody>
          <a:bodyPr/>
          <a:lstStyle/>
          <a:p>
            <a:r>
              <a:rPr lang="zh-CN" altLang="en-US" b="1" dirty="0"/>
              <a:t>简答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B41143-CDEE-4304-8521-799BCE00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 dirty="0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A803AB66-88E8-4611-8ECE-7F2C1E4DB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33661-7A6A-4156-A670-03EE0ED48ACC}" type="datetime1">
              <a:rPr lang="zh-CN" altLang="en-US" smtClean="0"/>
              <a:t>2023/12/29</a:t>
            </a:fld>
            <a:endParaRPr lang="zh-CN" altLang="en-US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3A8FDEA4-C20F-4E7E-917F-21BC8D363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pPr/>
              <a:t>12</a:t>
            </a:fld>
            <a:r>
              <a:rPr lang="en-US" altLang="zh-CN"/>
              <a:t>/20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9034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654224E-0D8E-49D5-99B8-5A3B53ACF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defTabSz="457200">
              <a:lnSpc>
                <a:spcPct val="10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l"/>
            </a:pPr>
            <a:r>
              <a:rPr lang="en-US" altLang="zh-CN" sz="1400" dirty="0"/>
              <a:t>3.【2 </a:t>
            </a:r>
            <a:r>
              <a:rPr lang="zh-CN" altLang="en-US" sz="1400" dirty="0"/>
              <a:t>分</a:t>
            </a:r>
            <a:r>
              <a:rPr lang="en-US" altLang="zh-CN" sz="1400" dirty="0"/>
              <a:t>】</a:t>
            </a:r>
            <a:r>
              <a:rPr lang="zh-CN" altLang="en-US" sz="1400" dirty="0"/>
              <a:t>将关键字序列（</a:t>
            </a:r>
            <a:r>
              <a:rPr lang="en-US" altLang="zh-CN" sz="1400" dirty="0"/>
              <a:t>7</a:t>
            </a:r>
            <a:r>
              <a:rPr lang="zh-CN" altLang="en-US" sz="1400" dirty="0"/>
              <a:t>、</a:t>
            </a:r>
            <a:r>
              <a:rPr lang="en-US" altLang="zh-CN" sz="1400" dirty="0"/>
              <a:t>8</a:t>
            </a:r>
            <a:r>
              <a:rPr lang="zh-CN" altLang="en-US" sz="1400" dirty="0"/>
              <a:t>、</a:t>
            </a:r>
            <a:r>
              <a:rPr lang="en-US" altLang="zh-CN" sz="1400" dirty="0"/>
              <a:t>30</a:t>
            </a:r>
            <a:r>
              <a:rPr lang="zh-CN" altLang="en-US" sz="1400" dirty="0"/>
              <a:t>、</a:t>
            </a:r>
            <a:r>
              <a:rPr lang="en-US" altLang="zh-CN" sz="1400" dirty="0"/>
              <a:t>11</a:t>
            </a:r>
            <a:r>
              <a:rPr lang="zh-CN" altLang="en-US" sz="1400" dirty="0"/>
              <a:t>、</a:t>
            </a:r>
            <a:r>
              <a:rPr lang="en-US" altLang="zh-CN" sz="1400" dirty="0"/>
              <a:t>18</a:t>
            </a:r>
            <a:r>
              <a:rPr lang="zh-CN" altLang="en-US" sz="1400" dirty="0"/>
              <a:t>、</a:t>
            </a:r>
            <a:r>
              <a:rPr lang="en-US" altLang="zh-CN" sz="1400" dirty="0"/>
              <a:t>9</a:t>
            </a:r>
            <a:r>
              <a:rPr lang="zh-CN" altLang="en-US" sz="1400" dirty="0"/>
              <a:t>、</a:t>
            </a:r>
            <a:r>
              <a:rPr lang="en-US" altLang="zh-CN" sz="1400" dirty="0"/>
              <a:t>14</a:t>
            </a:r>
            <a:r>
              <a:rPr lang="zh-CN" altLang="en-US" sz="1400" dirty="0"/>
              <a:t>）散列存储到散列表中。散列表 是一个下标从</a:t>
            </a:r>
            <a:r>
              <a:rPr lang="en-US" altLang="zh-CN" sz="1400" dirty="0"/>
              <a:t>0</a:t>
            </a:r>
            <a:r>
              <a:rPr lang="zh-CN" altLang="en-US" sz="1400" dirty="0"/>
              <a:t>开始的一维数组，散列函数为：</a:t>
            </a:r>
            <a:r>
              <a:rPr lang="en-US" altLang="zh-CN" sz="1400" dirty="0"/>
              <a:t>H(key) = (key * 5) MOD 7</a:t>
            </a:r>
            <a:r>
              <a:rPr lang="zh-CN" altLang="en-US" sz="1400" dirty="0"/>
              <a:t>，处理冲突 采用二次探测法，要求装填（载）因子为</a:t>
            </a:r>
            <a:r>
              <a:rPr lang="en-US" altLang="zh-CN" sz="1400" dirty="0"/>
              <a:t>0.7</a:t>
            </a:r>
            <a:r>
              <a:rPr lang="zh-CN" altLang="en-US" sz="1400" dirty="0"/>
              <a:t>。 </a:t>
            </a:r>
            <a:r>
              <a:rPr lang="en-US" altLang="zh-CN" sz="1400" dirty="0"/>
              <a:t>(1) </a:t>
            </a:r>
            <a:r>
              <a:rPr lang="zh-CN" altLang="en-US" sz="1400" dirty="0"/>
              <a:t>请画出所构造的散列表。 </a:t>
            </a:r>
            <a:r>
              <a:rPr lang="en-US" altLang="zh-CN" sz="1400" dirty="0"/>
              <a:t>(2) </a:t>
            </a:r>
            <a:r>
              <a:rPr lang="zh-CN" altLang="en-US" sz="1400" dirty="0"/>
              <a:t>计算等概率情况下查找成功和查找失败的平均查找长度。</a:t>
            </a:r>
            <a:endParaRPr lang="en-US" altLang="zh-CN" sz="1400" dirty="0"/>
          </a:p>
          <a:p>
            <a:pPr lvl="0" defTabSz="457200">
              <a:lnSpc>
                <a:spcPct val="10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l"/>
            </a:pP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latin typeface="Trebuchet MS" panose="020B0603020202020204"/>
              <a:ea typeface="华文新魏" panose="02010800040101010101" pitchFamily="2" charset="-122"/>
            </a:endParaRPr>
          </a:p>
          <a:p>
            <a:pPr lvl="0" defTabSz="457200">
              <a:lnSpc>
                <a:spcPct val="10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l"/>
            </a:pPr>
            <a:endParaRPr lang="zh-CN" altLang="en-US" sz="2000" dirty="0">
              <a:solidFill>
                <a:prstClr val="black">
                  <a:lumMod val="75000"/>
                  <a:lumOff val="25000"/>
                </a:prstClr>
              </a:solidFill>
              <a:latin typeface="Trebuchet MS" panose="020B0603020202020204"/>
              <a:ea typeface="华文新魏" panose="02010800040101010101" pitchFamily="2" charset="-122"/>
            </a:endParaRPr>
          </a:p>
          <a:p>
            <a:endParaRPr lang="zh-CN" altLang="en-US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04BBEF1-9B8F-40DB-A3BD-AB6279598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简答</a:t>
            </a:r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DC3BA4-F013-498F-BE54-2DEA00AFF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 dirty="0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4318E36-21A3-4FC0-A0BE-65810B22C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4C323-4D7E-4855-85CC-2F1C291EE459}" type="datetime1">
              <a:rPr lang="zh-CN" altLang="en-US" smtClean="0"/>
              <a:t>2023/12/29</a:t>
            </a:fld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E32D8D00-4A7B-4201-BEC4-70CD4975F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pPr/>
              <a:t>13</a:t>
            </a:fld>
            <a:r>
              <a:rPr lang="en-US" altLang="zh-CN"/>
              <a:t>/20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AE74D90-61E7-4EF3-BFD2-5A44D623D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022" y="2216567"/>
            <a:ext cx="6419850" cy="159067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B6A5966-CB9E-439D-937C-04E6F1C327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237" y="3745869"/>
            <a:ext cx="605790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939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CF765B0D-6C58-4639-A8ED-C079FB7818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defTabSz="457200">
                  <a:lnSpc>
                    <a:spcPct val="100000"/>
                  </a:lnSpc>
                  <a:buClr>
                    <a:schemeClr val="tx1"/>
                  </a:buClr>
                  <a:buSzPct val="100000"/>
                </a:pPr>
                <a:r>
                  <a:rPr lang="en-US" altLang="zh-CN" sz="1600" dirty="0"/>
                  <a:t>4.【2 </a:t>
                </a:r>
                <a:r>
                  <a:rPr lang="zh-CN" altLang="en-US" sz="1600" dirty="0"/>
                  <a:t>分</a:t>
                </a:r>
                <a:r>
                  <a:rPr lang="en-US" altLang="zh-CN" sz="1600" dirty="0"/>
                  <a:t>】</a:t>
                </a:r>
                <a:r>
                  <a:rPr lang="zh-CN" altLang="en-US" sz="1600" dirty="0"/>
                  <a:t>对于一棵包括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个关键码的</a:t>
                </a:r>
                <a:r>
                  <a:rPr lang="en-US" altLang="zh-CN" sz="1600" dirty="0"/>
                  <a:t>m</a:t>
                </a:r>
                <a:r>
                  <a:rPr lang="zh-CN" altLang="en-US" sz="1600" dirty="0"/>
                  <a:t>阶</a:t>
                </a:r>
                <a:r>
                  <a:rPr lang="en-US" altLang="zh-CN" sz="1600" dirty="0"/>
                  <a:t>B-</a:t>
                </a:r>
                <a:r>
                  <a:rPr lang="zh-CN" altLang="en-US" sz="1600" dirty="0"/>
                  <a:t>树，请问在一次检索中最多涉及多少个 结点？最少涉及多少个结点？（要求写出推导过程）</a:t>
                </a:r>
                <a:endParaRPr lang="en-US" altLang="zh-CN" sz="1600" dirty="0"/>
              </a:p>
              <a:p>
                <a:pPr defTabSz="457200">
                  <a:lnSpc>
                    <a:spcPct val="100000"/>
                  </a:lnSpc>
                  <a:buClr>
                    <a:schemeClr val="tx1"/>
                  </a:buClr>
                  <a:buSzPct val="100000"/>
                </a:pPr>
                <a:r>
                  <a:rPr lang="zh-CN" altLang="en-US" sz="2400" dirty="0"/>
                  <a:t>最多涉及结点数等于树高，最少涉及一个点。</a:t>
                </a:r>
                <a:endParaRPr lang="en-US" altLang="zh-CN" sz="2400" dirty="0"/>
              </a:p>
              <a:p>
                <a:pPr defTabSz="457200">
                  <a:lnSpc>
                    <a:spcPct val="100000"/>
                  </a:lnSpc>
                  <a:buClr>
                    <a:schemeClr val="tx1"/>
                  </a:buClr>
                  <a:buSzPct val="100000"/>
                </a:pPr>
                <a:r>
                  <a:rPr lang="zh-CN" altLang="en-US" sz="2400" dirty="0"/>
                  <a:t>最大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树高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m:rPr>
                                <m:lit/>
                              </m:r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⌈</m:t>
                            </m:r>
                            <m:f>
                              <m:f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⌉ 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/>
                  <a:t>，就是求满足</a:t>
                </a:r>
                <a:r>
                  <a:rPr lang="en-US" altLang="zh-CN" sz="2400" dirty="0"/>
                  <a:t>B-</a:t>
                </a:r>
                <a:r>
                  <a:rPr lang="zh-CN" altLang="en-US" sz="2400" dirty="0"/>
                  <a:t>树要求的</a:t>
                </a:r>
                <a:r>
                  <a:rPr lang="en-US" altLang="zh-CN" sz="2400" dirty="0"/>
                  <a:t>n</a:t>
                </a:r>
                <a:r>
                  <a:rPr lang="zh-CN" altLang="en-US" sz="2400" dirty="0"/>
                  <a:t>个结点的树有多高。即高为</a:t>
                </a:r>
                <a:r>
                  <a:rPr lang="en-US" altLang="zh-CN" sz="2400" dirty="0"/>
                  <a:t>h</a:t>
                </a:r>
                <a:r>
                  <a:rPr lang="zh-CN" altLang="en-US" sz="2400" dirty="0"/>
                  <a:t>的</a:t>
                </a:r>
                <a:r>
                  <a:rPr lang="en-US" altLang="zh-CN" sz="2400" dirty="0"/>
                  <a:t>B-</a:t>
                </a:r>
                <a:r>
                  <a:rPr lang="zh-CN" altLang="en-US" sz="2400" dirty="0"/>
                  <a:t>树，最小的可能点数一定小于等于</a:t>
                </a:r>
                <a:r>
                  <a:rPr lang="en-US" altLang="zh-CN" sz="2400" dirty="0"/>
                  <a:t>n</a:t>
                </a:r>
                <a:r>
                  <a:rPr lang="zh-CN" altLang="en-US" sz="2400" dirty="0"/>
                  <a:t>。找最大的这个</a:t>
                </a:r>
                <a:r>
                  <a:rPr lang="en-US" altLang="zh-CN" sz="2400" dirty="0"/>
                  <a:t>h</a:t>
                </a:r>
                <a:r>
                  <a:rPr lang="zh-CN" altLang="en-US" sz="2400" dirty="0"/>
                  <a:t>。</a:t>
                </a: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CF765B0D-6C58-4639-A8ED-C079FB7818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420" r="-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66C3CEA6-7F4F-4EAA-8299-D85D1CD6C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简答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1FA6DA1-A615-413C-B6E6-83BF58149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2598E029-7EEF-48CC-BBD1-2FC32F139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39FB5-E5BC-4B8C-9425-CEEBFA46A33B}" type="datetime1">
              <a:rPr lang="zh-CN" altLang="en-US" smtClean="0"/>
              <a:t>2023/12/29</a:t>
            </a:fld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E6D873E-2976-4869-92B4-1BC045909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pPr/>
              <a:t>14</a:t>
            </a:fld>
            <a:r>
              <a:rPr lang="en-US" altLang="zh-CN"/>
              <a:t>/20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A76FE8B-3541-4B81-B64A-679C7788A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163" y="3449053"/>
            <a:ext cx="5935578" cy="212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050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B9ED73A-9645-42CA-9CDF-406EF8C41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162" y="1341175"/>
            <a:ext cx="10971757" cy="4351338"/>
          </a:xfrm>
        </p:spPr>
        <p:txBody>
          <a:bodyPr/>
          <a:lstStyle/>
          <a:p>
            <a:pPr defTabSz="4572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altLang="zh-CN" sz="1400" dirty="0"/>
              <a:t>5.【2</a:t>
            </a:r>
            <a:r>
              <a:rPr lang="zh-CN" altLang="en-US" sz="1400" dirty="0"/>
              <a:t>分</a:t>
            </a:r>
            <a:r>
              <a:rPr lang="en-US" altLang="zh-CN" sz="1400" dirty="0"/>
              <a:t>】</a:t>
            </a:r>
            <a:r>
              <a:rPr lang="zh-CN" altLang="en-US" sz="1400" dirty="0"/>
              <a:t>请将关键码</a:t>
            </a:r>
            <a:r>
              <a:rPr lang="en-US" altLang="zh-CN" sz="1400" dirty="0"/>
              <a:t>13</a:t>
            </a:r>
            <a:r>
              <a:rPr lang="zh-CN" altLang="en-US" sz="1400" dirty="0"/>
              <a:t>、</a:t>
            </a:r>
            <a:r>
              <a:rPr lang="en-US" altLang="zh-CN" sz="1400" dirty="0"/>
              <a:t>11</a:t>
            </a:r>
            <a:r>
              <a:rPr lang="zh-CN" altLang="en-US" sz="1400" dirty="0"/>
              <a:t>、</a:t>
            </a:r>
            <a:r>
              <a:rPr lang="en-US" altLang="zh-CN" sz="1400" dirty="0"/>
              <a:t>3</a:t>
            </a:r>
            <a:r>
              <a:rPr lang="zh-CN" altLang="en-US" sz="1400" dirty="0"/>
              <a:t>、</a:t>
            </a:r>
            <a:r>
              <a:rPr lang="en-US" altLang="zh-CN" sz="1400" dirty="0"/>
              <a:t>7</a:t>
            </a:r>
            <a:r>
              <a:rPr lang="zh-CN" altLang="en-US" sz="1400" dirty="0"/>
              <a:t>、</a:t>
            </a:r>
            <a:r>
              <a:rPr lang="en-US" altLang="zh-CN" sz="1400" dirty="0"/>
              <a:t>5</a:t>
            </a:r>
            <a:r>
              <a:rPr lang="zh-CN" altLang="en-US" sz="1400" dirty="0"/>
              <a:t>、</a:t>
            </a:r>
            <a:r>
              <a:rPr lang="en-US" altLang="zh-CN" sz="1400" dirty="0"/>
              <a:t>2</a:t>
            </a:r>
            <a:r>
              <a:rPr lang="zh-CN" altLang="en-US" sz="1400" dirty="0"/>
              <a:t>，</a:t>
            </a:r>
            <a:r>
              <a:rPr lang="en-US" altLang="zh-CN" sz="1400" dirty="0"/>
              <a:t>10</a:t>
            </a:r>
            <a:r>
              <a:rPr lang="zh-CN" altLang="en-US" sz="1400" dirty="0"/>
              <a:t>，</a:t>
            </a:r>
            <a:r>
              <a:rPr lang="en-US" altLang="zh-CN" sz="1400" dirty="0"/>
              <a:t>9 </a:t>
            </a:r>
            <a:r>
              <a:rPr lang="zh-CN" altLang="en-US" sz="1400" dirty="0"/>
              <a:t>依次插入一棵初始为空的红黑树， 请画出每一步操作后的结果。（黑色结点用圆圈○表示，红色结点用方框□表示，不 用画出外部空叶）</a:t>
            </a:r>
            <a:endParaRPr lang="en-US" altLang="zh-CN" sz="1400" dirty="0"/>
          </a:p>
          <a:p>
            <a:pPr defTabSz="457200">
              <a:lnSpc>
                <a:spcPct val="100000"/>
              </a:lnSpc>
              <a:buClr>
                <a:schemeClr val="tx1"/>
              </a:buClr>
              <a:buSzPct val="100000"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3BC2165-053A-4389-8967-2798B8941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简答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43B08D-B3CB-47C0-AE1B-004151FE7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84E6FC28-85A4-4041-976E-1FE3AE395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70D9-B612-4480-958A-DB5F83A3295C}" type="datetime1">
              <a:rPr lang="zh-CN" altLang="en-US" smtClean="0"/>
              <a:t>2023/12/29</a:t>
            </a:fld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9E76626-B1BD-4B8F-8FF8-7BE40A6A7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pPr/>
              <a:t>15</a:t>
            </a:fld>
            <a:r>
              <a:rPr lang="en-US" altLang="zh-CN"/>
              <a:t>/20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40D41DB-EA68-44CC-880B-2818E5C39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127" y="2112976"/>
            <a:ext cx="4716378" cy="431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635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17E3A42-D5D9-4986-A59D-AE850B77D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defTabSz="457200">
              <a:lnSpc>
                <a:spcPct val="100000"/>
              </a:lnSpc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1600" dirty="0"/>
              <a:t>6.【2</a:t>
            </a:r>
            <a:r>
              <a:rPr lang="zh-CN" altLang="en-US" sz="1600" dirty="0"/>
              <a:t>分</a:t>
            </a:r>
            <a:r>
              <a:rPr lang="en-US" altLang="zh-CN" sz="1600" dirty="0"/>
              <a:t>】</a:t>
            </a:r>
            <a:r>
              <a:rPr lang="zh-CN" altLang="en-US" sz="1600" dirty="0"/>
              <a:t>对下图所示的</a:t>
            </a:r>
            <a:r>
              <a:rPr lang="en-US" altLang="zh-CN" sz="1600" dirty="0"/>
              <a:t>AVL</a:t>
            </a:r>
            <a:r>
              <a:rPr lang="zh-CN" altLang="en-US" sz="1600" dirty="0"/>
              <a:t>树，依次插入关键码为</a:t>
            </a:r>
            <a:r>
              <a:rPr lang="en-US" altLang="zh-CN" sz="1600" dirty="0"/>
              <a:t>2</a:t>
            </a:r>
            <a:r>
              <a:rPr lang="zh-CN" altLang="en-US" sz="1600" dirty="0"/>
              <a:t>，</a:t>
            </a:r>
            <a:r>
              <a:rPr lang="en-US" altLang="zh-CN" sz="1600" dirty="0"/>
              <a:t>11</a:t>
            </a:r>
            <a:r>
              <a:rPr lang="zh-CN" altLang="en-US" sz="1600" dirty="0"/>
              <a:t>的两个结点，画出每次插入 后得到的</a:t>
            </a:r>
            <a:r>
              <a:rPr lang="en-US" altLang="zh-CN" sz="1600" dirty="0"/>
              <a:t>AVL</a:t>
            </a:r>
            <a:r>
              <a:rPr lang="zh-CN" altLang="en-US" sz="1600" dirty="0"/>
              <a:t>树并指出如何旋转。</a:t>
            </a:r>
            <a:endParaRPr lang="zh-CN" altLang="en-US" sz="22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13E2238-8FD1-4969-92C5-263AC3D87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简答</a:t>
            </a:r>
            <a:endParaRPr lang="zh-CN" altLang="en-US" dirty="0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93275260-3FFE-4F60-9CE8-371355C33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 dirty="0"/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911C2F6D-F6D4-4AF1-BC24-D5D2A1928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1911E-5336-4FC0-9B3C-531C505DC11C}" type="datetime1">
              <a:rPr lang="zh-CN" altLang="en-US" smtClean="0"/>
              <a:t>2023/12/29</a:t>
            </a:fld>
            <a:endParaRPr lang="zh-CN" altLang="en-US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E336B3B8-767C-4F3F-9886-D45C39EE2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pPr/>
              <a:t>16</a:t>
            </a:fld>
            <a:r>
              <a:rPr lang="en-US" altLang="zh-CN"/>
              <a:t>/20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63419E3-7755-4C62-B485-D1895D6C6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58" y="2538312"/>
            <a:ext cx="2614864" cy="178137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9B09324-7C85-473D-B974-E7FF029008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2008132"/>
            <a:ext cx="3256548" cy="398072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7DF8DD4-9D61-44AC-92BD-4583E7EBB5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2286000"/>
            <a:ext cx="2526974" cy="342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815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B9ED73A-9645-42CA-9CDF-406EF8C41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162" y="1341175"/>
            <a:ext cx="10971757" cy="4351338"/>
          </a:xfrm>
        </p:spPr>
        <p:txBody>
          <a:bodyPr/>
          <a:lstStyle/>
          <a:p>
            <a:pPr defTabSz="4572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altLang="zh-CN" dirty="0"/>
              <a:t>7. 【3</a:t>
            </a:r>
            <a:r>
              <a:rPr lang="zh-CN" altLang="en-US" dirty="0"/>
              <a:t>分</a:t>
            </a:r>
            <a:r>
              <a:rPr lang="en-US" altLang="zh-CN" dirty="0"/>
              <a:t>】</a:t>
            </a:r>
            <a:r>
              <a:rPr lang="zh-CN" altLang="en-US" dirty="0"/>
              <a:t>假设广义表</a:t>
            </a:r>
            <a:endParaRPr lang="en-US" altLang="zh-CN" dirty="0"/>
          </a:p>
          <a:p>
            <a:pPr defTabSz="4572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zh-CN" altLang="en-US" dirty="0"/>
              <a:t> </a:t>
            </a:r>
            <a:r>
              <a:rPr lang="en-US" altLang="zh-CN" dirty="0"/>
              <a:t>(1) </a:t>
            </a:r>
            <a:r>
              <a:rPr lang="zh-CN" altLang="en-US" dirty="0"/>
              <a:t>画出图形表示； </a:t>
            </a:r>
            <a:endParaRPr lang="en-US" altLang="zh-CN" dirty="0"/>
          </a:p>
          <a:p>
            <a:pPr defTabSz="4572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altLang="zh-CN" dirty="0"/>
              <a:t>(2) </a:t>
            </a:r>
            <a:r>
              <a:rPr lang="zh-CN" altLang="en-US" dirty="0"/>
              <a:t>该表的深度是多少？</a:t>
            </a:r>
            <a:r>
              <a:rPr lang="zh-CN" altLang="en-US" dirty="0">
                <a:solidFill>
                  <a:srgbClr val="FF0000"/>
                </a:solidFill>
              </a:rPr>
              <a:t>无穷大</a:t>
            </a:r>
            <a:endParaRPr lang="en-US" altLang="zh-CN" dirty="0"/>
          </a:p>
          <a:p>
            <a:pPr defTabSz="4572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zh-CN" altLang="en-US" dirty="0"/>
              <a:t> </a:t>
            </a:r>
            <a:r>
              <a:rPr lang="en-US" altLang="zh-CN" dirty="0"/>
              <a:t>(3) </a:t>
            </a:r>
            <a:r>
              <a:rPr lang="zh-CN" altLang="en-US" dirty="0"/>
              <a:t>使用头尾</a:t>
            </a:r>
            <a:r>
              <a:rPr lang="en-US" altLang="zh-CN" dirty="0"/>
              <a:t>(Head(), Tail())</a:t>
            </a:r>
            <a:r>
              <a:rPr lang="zh-CN" altLang="en-US" dirty="0"/>
              <a:t>运算找出</a:t>
            </a:r>
            <a:r>
              <a:rPr lang="en-US" altLang="zh-CN" dirty="0"/>
              <a:t>d</a:t>
            </a:r>
            <a:r>
              <a:rPr lang="zh-CN" altLang="en-US" dirty="0"/>
              <a:t>元素。</a:t>
            </a:r>
            <a:endParaRPr lang="en-US" altLang="zh-CN" dirty="0"/>
          </a:p>
          <a:p>
            <a:pPr defTabSz="4572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altLang="zh-CN" dirty="0">
                <a:solidFill>
                  <a:srgbClr val="FF0000"/>
                </a:solidFill>
              </a:rPr>
              <a:t>head(tail(head(tail(tail(P)))) </a:t>
            </a:r>
          </a:p>
          <a:p>
            <a:pPr marL="0" indent="0" defTabSz="457200">
              <a:lnSpc>
                <a:spcPct val="100000"/>
              </a:lnSpc>
              <a:buClr>
                <a:schemeClr val="tx1"/>
              </a:buClr>
              <a:buSzPct val="100000"/>
              <a:buNone/>
            </a:pPr>
            <a:endParaRPr lang="en-US" altLang="zh-CN" dirty="0"/>
          </a:p>
          <a:p>
            <a:pPr defTabSz="457200">
              <a:lnSpc>
                <a:spcPct val="100000"/>
              </a:lnSpc>
              <a:buClr>
                <a:schemeClr val="tx1"/>
              </a:buClr>
              <a:buSzPct val="100000"/>
            </a:pP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3BC2165-053A-4389-8967-2798B8941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简答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43B08D-B3CB-47C0-AE1B-004151FE7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84E6FC28-85A4-4041-976E-1FE3AE395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70D9-B612-4480-958A-DB5F83A3295C}" type="datetime1">
              <a:rPr lang="zh-CN" altLang="en-US" smtClean="0"/>
              <a:t>2023/12/29</a:t>
            </a:fld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9E76626-B1BD-4B8F-8FF8-7BE40A6A7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pPr/>
              <a:t>17</a:t>
            </a:fld>
            <a:r>
              <a:rPr lang="en-US" altLang="zh-CN"/>
              <a:t>/20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688575C-F318-4CEE-B684-B542F6EDB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431" y="1422483"/>
            <a:ext cx="5467350" cy="67627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34351DE-1D7A-46E9-A175-31E3F465F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2930" y="3659105"/>
            <a:ext cx="308610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69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B9ED73A-9645-42CA-9CDF-406EF8C41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162" y="1341175"/>
            <a:ext cx="10971757" cy="1923393"/>
          </a:xfrm>
        </p:spPr>
        <p:txBody>
          <a:bodyPr/>
          <a:lstStyle/>
          <a:p>
            <a:pPr defTabSz="4572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altLang="zh-CN" dirty="0"/>
              <a:t>1.</a:t>
            </a:r>
            <a:r>
              <a:rPr lang="zh-CN" altLang="en-US" dirty="0"/>
              <a:t>给定长度为</a:t>
            </a:r>
            <a:r>
              <a:rPr lang="en-US" altLang="zh-CN" dirty="0"/>
              <a:t>N</a:t>
            </a:r>
            <a:r>
              <a:rPr lang="zh-CN" altLang="en-US" dirty="0"/>
              <a:t>的待排序整数数组</a:t>
            </a:r>
            <a:r>
              <a:rPr lang="en-US" altLang="zh-CN" dirty="0"/>
              <a:t>array</a:t>
            </a:r>
            <a:r>
              <a:rPr lang="zh-CN" altLang="en-US" dirty="0"/>
              <a:t>，采用冒泡排序将数组从小到大排列时，必然 需要进行数组元素交换。请完善下面的代码，使</a:t>
            </a:r>
            <a:r>
              <a:rPr lang="en-US" altLang="zh-CN" dirty="0" err="1"/>
              <a:t>count_min_swap</a:t>
            </a:r>
            <a:r>
              <a:rPr lang="zh-CN" altLang="en-US" dirty="0"/>
              <a:t>函数能够返回冒泡 排序过程中，所需的最少交换次数。 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 defTabSz="457200">
              <a:lnSpc>
                <a:spcPct val="100000"/>
              </a:lnSpc>
              <a:buClr>
                <a:schemeClr val="tx1"/>
              </a:buClr>
              <a:buSzPct val="100000"/>
              <a:buNone/>
            </a:pPr>
            <a:endParaRPr lang="en-US" altLang="zh-CN" dirty="0"/>
          </a:p>
          <a:p>
            <a:pPr defTabSz="457200">
              <a:lnSpc>
                <a:spcPct val="100000"/>
              </a:lnSpc>
              <a:buClr>
                <a:schemeClr val="tx1"/>
              </a:buClr>
              <a:buSzPct val="100000"/>
            </a:pP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3BC2165-053A-4389-8967-2798B8941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算法填空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43B08D-B3CB-47C0-AE1B-004151FE7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84E6FC28-85A4-4041-976E-1FE3AE395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70D9-B612-4480-958A-DB5F83A3295C}" type="datetime1">
              <a:rPr lang="zh-CN" altLang="en-US" smtClean="0"/>
              <a:t>2023/12/29</a:t>
            </a:fld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9E76626-B1BD-4B8F-8FF8-7BE40A6A7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pPr/>
              <a:t>18</a:t>
            </a:fld>
            <a:r>
              <a:rPr lang="en-US" altLang="zh-CN"/>
              <a:t>/20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86D5777-B78E-497C-A268-117303AEA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58" y="3593433"/>
            <a:ext cx="6882064" cy="25117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C9EA5E7-1E83-4410-AEF4-6491E40F19C3}"/>
                  </a:ext>
                </a:extLst>
              </p:cNvPr>
              <p:cNvSpPr txBox="1"/>
              <p:nvPr/>
            </p:nvSpPr>
            <p:spPr>
              <a:xfrm>
                <a:off x="7279105" y="2854902"/>
                <a:ext cx="4648199" cy="36869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分治的思路，计算左边计算右边，处理一下然后返回结果。</a:t>
                </a:r>
                <a:r>
                  <a:rPr lang="en-US" altLang="zh-CN" dirty="0"/>
                  <a:t>4</a:t>
                </a:r>
                <a:r>
                  <a:rPr lang="zh-CN" altLang="en-US" dirty="0"/>
                  <a:t>应该是中间部分的处理，然后</a:t>
                </a:r>
                <a:r>
                  <a:rPr lang="en-US" altLang="zh-CN" dirty="0"/>
                  <a:t>5</a:t>
                </a:r>
                <a:r>
                  <a:rPr lang="zh-CN" altLang="en-US" dirty="0"/>
                  <a:t>返回最终结果，比如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𝑟𝑒𝑠𝑢𝑙𝑡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𝑟𝑒𝑠𝑢𝑙𝑡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𝑙𝑟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𝑟𝑒𝑠𝑢𝑙𝑡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zh-CN" altLang="en-US" dirty="0"/>
                  <a:t>那么</a:t>
                </a:r>
                <a:r>
                  <a:rPr lang="en-US" altLang="zh-CN" dirty="0" err="1"/>
                  <a:t>lr_result</a:t>
                </a:r>
                <a:r>
                  <a:rPr lang="zh-CN" altLang="en-US" dirty="0"/>
                  <a:t>就应该是通过另一个函数得到，先假定是直接得到的，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𝑙𝑟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𝑟𝑒𝑠𝑢𝑙𝑡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i="1" dirty="0" err="1" smtClean="0">
                          <a:latin typeface="Cambria Math" panose="02040503050406030204" pitchFamily="18" charset="0"/>
                        </a:rPr>
                        <m:t>𝑐𝑜𝑢𝑛𝑡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𝑠𝑤𝑎𝑝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𝑙𝑒𝑓𝑡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𝑟𝑖𝑔h𝑡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𝑎𝑟𝑟𝑎𝑦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𝑙𝑒𝑓𝑡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𝑟𝑖𝑔h𝑡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); </m:t>
                      </m:r>
                    </m:oMath>
                  </m:oMathPara>
                </a14:m>
                <a:endParaRPr lang="en-US" altLang="zh-CN" dirty="0"/>
              </a:p>
              <a:p>
                <a:endParaRPr lang="en-US" altLang="zh-CN" sz="1800" dirty="0"/>
              </a:p>
              <a:p>
                <a:r>
                  <a:rPr lang="zh-CN" altLang="en-US" sz="1800" dirty="0"/>
                  <a:t>冒泡排序的交换次数就是逆序对的个数。</a:t>
                </a:r>
                <a:r>
                  <a:rPr lang="en-US" altLang="zh-CN" sz="1800" dirty="0">
                    <a:sym typeface="Wingdings" panose="05000000000000000000" pitchFamily="2" charset="2"/>
                  </a:rPr>
                  <a:t></a:t>
                </a:r>
                <a:r>
                  <a:rPr lang="zh-CN" altLang="en-US" sz="1800" dirty="0">
                    <a:sym typeface="Wingdings" panose="05000000000000000000" pitchFamily="2" charset="2"/>
                  </a:rPr>
                  <a:t>求左半边和右半边之间有多少逆序对。可以用归并排序求，这两段代码就是归并排序的思路。</a:t>
                </a:r>
                <a:endParaRPr lang="en-US" altLang="zh-CN" sz="1800" dirty="0">
                  <a:sym typeface="Wingdings" panose="05000000000000000000" pitchFamily="2" charset="2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C9EA5E7-1E83-4410-AEF4-6491E40F1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9105" y="2854902"/>
                <a:ext cx="4648199" cy="3686971"/>
              </a:xfrm>
              <a:prstGeom prst="rect">
                <a:avLst/>
              </a:prstGeom>
              <a:blipFill>
                <a:blip r:embed="rId4"/>
                <a:stretch>
                  <a:fillRect l="-1048" t="-826" r="-3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>
            <a:extLst>
              <a:ext uri="{FF2B5EF4-FFF2-40B4-BE49-F238E27FC236}">
                <a16:creationId xmlns:a16="http://schemas.microsoft.com/office/drawing/2014/main" id="{6720795B-9850-4908-B977-EE15C3162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8" y="3345377"/>
            <a:ext cx="6882064" cy="251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327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B9ED73A-9645-42CA-9CDF-406EF8C41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162" y="1341175"/>
            <a:ext cx="4507859" cy="4730762"/>
          </a:xfrm>
        </p:spPr>
        <p:txBody>
          <a:bodyPr>
            <a:normAutofit/>
          </a:bodyPr>
          <a:lstStyle/>
          <a:p>
            <a:pPr defTabSz="4572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zh-CN" altLang="en-US" sz="1600" dirty="0">
                <a:sym typeface="Wingdings" panose="05000000000000000000" pitchFamily="2" charset="2"/>
              </a:rPr>
              <a:t>或者可以看成是左半边有多少数在冒泡排序中会超过右边。那么对于左边的数</a:t>
            </a:r>
            <a:r>
              <a:rPr lang="en-US" altLang="zh-CN" sz="1600" dirty="0">
                <a:sym typeface="Wingdings" panose="05000000000000000000" pitchFamily="2" charset="2"/>
              </a:rPr>
              <a:t>x</a:t>
            </a:r>
            <a:r>
              <a:rPr lang="zh-CN" altLang="en-US" sz="1600" dirty="0">
                <a:sym typeface="Wingdings" panose="05000000000000000000" pitchFamily="2" charset="2"/>
              </a:rPr>
              <a:t>，就是求右边有几个数小于</a:t>
            </a:r>
            <a:r>
              <a:rPr lang="en-US" altLang="zh-CN" sz="1600" dirty="0">
                <a:sym typeface="Wingdings" panose="05000000000000000000" pitchFamily="2" charset="2"/>
              </a:rPr>
              <a:t>x</a:t>
            </a:r>
            <a:r>
              <a:rPr lang="zh-CN" altLang="en-US" sz="1600" dirty="0">
                <a:sym typeface="Wingdings" panose="05000000000000000000" pitchFamily="2" charset="2"/>
              </a:rPr>
              <a:t>。</a:t>
            </a:r>
            <a:endParaRPr lang="en-US" altLang="zh-CN" sz="1600" dirty="0">
              <a:sym typeface="Wingdings" panose="05000000000000000000" pitchFamily="2" charset="2"/>
            </a:endParaRPr>
          </a:p>
          <a:p>
            <a:pPr defTabSz="4572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altLang="zh-CN" sz="1600" dirty="0">
                <a:sym typeface="Wingdings" panose="05000000000000000000" pitchFamily="2" charset="2"/>
              </a:rPr>
              <a:t>Temp</a:t>
            </a:r>
            <a:r>
              <a:rPr lang="zh-CN" altLang="en-US" sz="1600" dirty="0">
                <a:sym typeface="Wingdings" panose="05000000000000000000" pitchFamily="2" charset="2"/>
              </a:rPr>
              <a:t>是把右半边逆序放，形如</a:t>
            </a:r>
            <a:r>
              <a:rPr lang="en-US" altLang="zh-CN" sz="1600" dirty="0">
                <a:sym typeface="Wingdings" panose="05000000000000000000" pitchFamily="2" charset="2"/>
              </a:rPr>
              <a:t>&lt;&lt;&lt;&gt;&gt;&gt;</a:t>
            </a:r>
          </a:p>
          <a:p>
            <a:pPr defTabSz="4572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altLang="zh-CN" sz="1600" dirty="0"/>
              <a:t>For</a:t>
            </a:r>
            <a:r>
              <a:rPr lang="zh-CN" altLang="en-US" sz="1600" dirty="0"/>
              <a:t>循环从</a:t>
            </a:r>
            <a:r>
              <a:rPr lang="en-US" altLang="zh-CN" sz="1600" dirty="0"/>
              <a:t>left</a:t>
            </a:r>
            <a:r>
              <a:rPr lang="zh-CN" altLang="en-US" sz="1600" dirty="0"/>
              <a:t>到</a:t>
            </a:r>
            <a:r>
              <a:rPr lang="en-US" altLang="zh-CN" sz="1600" dirty="0"/>
              <a:t>right</a:t>
            </a:r>
            <a:r>
              <a:rPr lang="zh-CN" altLang="en-US" sz="1600" dirty="0"/>
              <a:t>遍历大概率是遍历每一个元素。因此</a:t>
            </a:r>
            <a:r>
              <a:rPr lang="en-US" altLang="zh-CN" sz="1600" dirty="0"/>
              <a:t>2</a:t>
            </a:r>
            <a:r>
              <a:rPr lang="zh-CN" altLang="en-US" sz="1600" dirty="0"/>
              <a:t>和</a:t>
            </a:r>
            <a:r>
              <a:rPr lang="en-US" altLang="zh-CN" sz="1600" dirty="0"/>
              <a:t>3</a:t>
            </a:r>
            <a:r>
              <a:rPr lang="zh-CN" altLang="en-US" sz="1600" dirty="0"/>
              <a:t>中有一行是计算</a:t>
            </a:r>
            <a:r>
              <a:rPr lang="zh-CN" altLang="en-US" sz="1600" dirty="0">
                <a:sym typeface="Wingdings" panose="05000000000000000000" pitchFamily="2" charset="2"/>
              </a:rPr>
              <a:t>右边有几个数小于</a:t>
            </a:r>
            <a:r>
              <a:rPr lang="en-US" altLang="zh-CN" sz="1600" dirty="0">
                <a:sym typeface="Wingdings" panose="05000000000000000000" pitchFamily="2" charset="2"/>
              </a:rPr>
              <a:t>x</a:t>
            </a:r>
            <a:r>
              <a:rPr lang="zh-CN" altLang="en-US" sz="1600" dirty="0">
                <a:sym typeface="Wingdings" panose="05000000000000000000" pitchFamily="2" charset="2"/>
              </a:rPr>
              <a:t>，然后加给</a:t>
            </a:r>
            <a:r>
              <a:rPr lang="en-US" altLang="zh-CN" sz="1600" dirty="0">
                <a:sym typeface="Wingdings" panose="05000000000000000000" pitchFamily="2" charset="2"/>
              </a:rPr>
              <a:t>result</a:t>
            </a:r>
            <a:r>
              <a:rPr lang="zh-CN" altLang="en-US" sz="1600" dirty="0">
                <a:sym typeface="Wingdings" panose="05000000000000000000" pitchFamily="2" charset="2"/>
              </a:rPr>
              <a:t>。如果右半边数组是有序的，那么我们可以通过下标加减得到。</a:t>
            </a:r>
            <a:endParaRPr lang="en-US" altLang="zh-CN" sz="1600" dirty="0">
              <a:sym typeface="Wingdings" panose="05000000000000000000" pitchFamily="2" charset="2"/>
            </a:endParaRPr>
          </a:p>
          <a:p>
            <a:pPr defTabSz="4572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zh-CN" altLang="en-US" sz="1600" dirty="0"/>
              <a:t>注意到在处理左半边的值的时候只有一步赋值，所以对</a:t>
            </a:r>
            <a:r>
              <a:rPr lang="en-US" altLang="zh-CN" sz="1600" dirty="0"/>
              <a:t>result</a:t>
            </a:r>
            <a:r>
              <a:rPr lang="zh-CN" altLang="en-US" sz="1600" dirty="0"/>
              <a:t>的贡献是在右半边算的。那么对应的应该是右半边的</a:t>
            </a:r>
            <a:r>
              <a:rPr lang="en-US" altLang="zh-CN" sz="1600" dirty="0"/>
              <a:t>y</a:t>
            </a:r>
            <a:r>
              <a:rPr lang="zh-CN" altLang="en-US" sz="1600" dirty="0"/>
              <a:t>，左半边有多少数严格大于</a:t>
            </a:r>
            <a:r>
              <a:rPr lang="en-US" altLang="zh-CN" sz="1600" dirty="0"/>
              <a:t>y</a:t>
            </a:r>
            <a:r>
              <a:rPr lang="zh-CN" altLang="en-US" sz="1600" dirty="0"/>
              <a:t>。</a:t>
            </a:r>
            <a:endParaRPr lang="en-US" altLang="zh-CN" sz="1600" dirty="0">
              <a:sym typeface="Wingdings" panose="05000000000000000000" pitchFamily="2" charset="2"/>
            </a:endParaRPr>
          </a:p>
          <a:p>
            <a:pPr defTabSz="4572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zh-CN" altLang="en-US" sz="1600" dirty="0"/>
              <a:t>前面修改</a:t>
            </a:r>
            <a:r>
              <a:rPr lang="en-US" altLang="zh-CN" sz="1600" dirty="0"/>
              <a:t>array[k]</a:t>
            </a:r>
            <a:r>
              <a:rPr lang="zh-CN" altLang="en-US" sz="1600" dirty="0"/>
              <a:t>就是在做类似排序的事情。注意边界情况，这里没有处理边界情况的空间，所以一定是特殊考虑了。</a:t>
            </a:r>
            <a:endParaRPr lang="en-US" altLang="zh-CN" sz="16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3BC2165-053A-4389-8967-2798B8941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算法填空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43B08D-B3CB-47C0-AE1B-004151FE7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84E6FC28-85A4-4041-976E-1FE3AE395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70D9-B612-4480-958A-DB5F83A3295C}" type="datetime1">
              <a:rPr lang="zh-CN" altLang="en-US" smtClean="0"/>
              <a:t>2023/12/29</a:t>
            </a:fld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9E76626-B1BD-4B8F-8FF8-7BE40A6A7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pPr/>
              <a:t>19</a:t>
            </a:fld>
            <a:r>
              <a:rPr lang="en-US" altLang="zh-CN"/>
              <a:t>/20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C52E02C-98D6-43FF-8DF1-6E3FB3D8B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239" y="0"/>
            <a:ext cx="70239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3367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B9ED73A-9645-42CA-9CDF-406EF8C41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162" y="1341175"/>
            <a:ext cx="4507859" cy="4730762"/>
          </a:xfrm>
        </p:spPr>
        <p:txBody>
          <a:bodyPr>
            <a:normAutofit fontScale="85000" lnSpcReduction="20000"/>
          </a:bodyPr>
          <a:lstStyle/>
          <a:p>
            <a:pPr defTabSz="4572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zh-CN" altLang="en-US" sz="1600" dirty="0"/>
              <a:t>注意边界情况，这里没有处理边界情况的空间，所以一定是特殊考虑了。</a:t>
            </a:r>
            <a:endParaRPr lang="en-US" altLang="zh-CN" sz="1600" dirty="0">
              <a:sym typeface="Wingdings" panose="05000000000000000000" pitchFamily="2" charset="2"/>
            </a:endParaRPr>
          </a:p>
          <a:p>
            <a:pPr defTabSz="4572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zh-CN" altLang="en-US" sz="1600" dirty="0">
                <a:sym typeface="Wingdings" panose="05000000000000000000" pitchFamily="2" charset="2"/>
              </a:rPr>
              <a:t>从小到大排：</a:t>
            </a:r>
            <a:endParaRPr lang="en-US" altLang="zh-CN" sz="1600" dirty="0">
              <a:sym typeface="Wingdings" panose="05000000000000000000" pitchFamily="2" charset="2"/>
            </a:endParaRPr>
          </a:p>
          <a:p>
            <a:pPr defTabSz="4572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altLang="zh-CN" sz="1600" dirty="0">
                <a:sym typeface="Wingdings" panose="05000000000000000000" pitchFamily="2" charset="2"/>
              </a:rPr>
              <a:t>1. temp[index1] &lt;= temp[index2]</a:t>
            </a:r>
          </a:p>
          <a:p>
            <a:pPr defTabSz="4572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altLang="zh-CN" sz="1600" dirty="0">
                <a:sym typeface="Wingdings" panose="05000000000000000000" pitchFamily="2" charset="2"/>
              </a:rPr>
              <a:t>2&amp;3.:</a:t>
            </a:r>
          </a:p>
          <a:p>
            <a:pPr defTabSz="4572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altLang="zh-CN" sz="1600" dirty="0">
                <a:sym typeface="Wingdings" panose="05000000000000000000" pitchFamily="2" charset="2"/>
              </a:rPr>
              <a:t>result += mid-index1+1</a:t>
            </a:r>
          </a:p>
          <a:p>
            <a:pPr defTabSz="4572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altLang="zh-CN" sz="1600" dirty="0">
                <a:sym typeface="Wingdings" panose="05000000000000000000" pitchFamily="2" charset="2"/>
              </a:rPr>
              <a:t>array[k] = temp[index2--]</a:t>
            </a:r>
          </a:p>
          <a:p>
            <a:pPr defTabSz="4572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zh-CN" altLang="en-US" sz="1600" dirty="0">
                <a:sym typeface="Wingdings" panose="05000000000000000000" pitchFamily="2" charset="2"/>
              </a:rPr>
              <a:t>从大到小排序：</a:t>
            </a:r>
            <a:endParaRPr lang="en-US" altLang="zh-CN" sz="1600" dirty="0">
              <a:sym typeface="Wingdings" panose="05000000000000000000" pitchFamily="2" charset="2"/>
            </a:endParaRPr>
          </a:p>
          <a:p>
            <a:pPr defTabSz="4572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altLang="zh-CN" sz="1600" dirty="0">
                <a:sym typeface="Wingdings" panose="05000000000000000000" pitchFamily="2" charset="2"/>
              </a:rPr>
              <a:t>1. temp[index1] &gt; temp[index2]</a:t>
            </a:r>
          </a:p>
          <a:p>
            <a:pPr defTabSz="4572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altLang="zh-CN" sz="1600" dirty="0">
                <a:sym typeface="Wingdings" panose="05000000000000000000" pitchFamily="2" charset="2"/>
              </a:rPr>
              <a:t>2&amp;3: </a:t>
            </a:r>
          </a:p>
          <a:p>
            <a:pPr defTabSz="4572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altLang="zh-CN" sz="1600" dirty="0">
                <a:sym typeface="Wingdings" panose="05000000000000000000" pitchFamily="2" charset="2"/>
              </a:rPr>
              <a:t>array[k] = temp[index2--]</a:t>
            </a:r>
          </a:p>
          <a:p>
            <a:pPr defTabSz="4572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altLang="zh-CN" sz="1600" dirty="0">
                <a:sym typeface="Wingdings" panose="05000000000000000000" pitchFamily="2" charset="2"/>
              </a:rPr>
              <a:t>result += </a:t>
            </a:r>
            <a:r>
              <a:rPr lang="en-US" altLang="zh-CN" sz="1600" dirty="0">
                <a:solidFill>
                  <a:srgbClr val="FF0000"/>
                </a:solidFill>
                <a:sym typeface="Wingdings" panose="05000000000000000000" pitchFamily="2" charset="2"/>
              </a:rPr>
              <a:t>index2 &lt; mid ?</a:t>
            </a:r>
            <a:r>
              <a:rPr lang="zh-CN" altLang="en-US" sz="16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sym typeface="Wingdings" panose="05000000000000000000" pitchFamily="2" charset="2"/>
              </a:rPr>
              <a:t>0</a:t>
            </a:r>
            <a:r>
              <a:rPr lang="zh-CN" altLang="en-US" sz="16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sym typeface="Wingdings" panose="05000000000000000000" pitchFamily="2" charset="2"/>
              </a:rPr>
              <a:t>:</a:t>
            </a:r>
            <a:r>
              <a:rPr lang="zh-CN" altLang="en-US" sz="16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CN" sz="1600" dirty="0">
                <a:sym typeface="Wingdings" panose="05000000000000000000" pitchFamily="2" charset="2"/>
              </a:rPr>
              <a:t>index1-left</a:t>
            </a:r>
          </a:p>
          <a:p>
            <a:pPr defTabSz="4572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zh-CN" altLang="en-US" sz="1600" dirty="0">
                <a:sym typeface="Wingdings" panose="05000000000000000000" pitchFamily="2" charset="2"/>
              </a:rPr>
              <a:t>边界情况一边先跑完了。如果从大到小排序，右边先跑完了，</a:t>
            </a:r>
            <a:r>
              <a:rPr lang="en-US" altLang="zh-CN" sz="1600" dirty="0">
                <a:sym typeface="Wingdings" panose="05000000000000000000" pitchFamily="2" charset="2"/>
              </a:rPr>
              <a:t>index2=mid</a:t>
            </a:r>
            <a:r>
              <a:rPr lang="zh-CN" altLang="en-US" sz="1600" dirty="0">
                <a:sym typeface="Wingdings" panose="05000000000000000000" pitchFamily="2" charset="2"/>
              </a:rPr>
              <a:t>，此时若</a:t>
            </a:r>
            <a:r>
              <a:rPr lang="en-US" altLang="zh-CN" sz="1600" dirty="0">
                <a:sym typeface="Wingdings" panose="05000000000000000000" pitchFamily="2" charset="2"/>
              </a:rPr>
              <a:t>temp[index1]=temp[index2]</a:t>
            </a:r>
            <a:r>
              <a:rPr lang="zh-CN" altLang="en-US" sz="1600" dirty="0">
                <a:sym typeface="Wingdings" panose="05000000000000000000" pitchFamily="2" charset="2"/>
              </a:rPr>
              <a:t>，会对</a:t>
            </a:r>
            <a:r>
              <a:rPr lang="en-US" altLang="zh-CN" sz="1600" dirty="0">
                <a:sym typeface="Wingdings" panose="05000000000000000000" pitchFamily="2" charset="2"/>
              </a:rPr>
              <a:t>result</a:t>
            </a:r>
            <a:r>
              <a:rPr lang="zh-CN" altLang="en-US" sz="1600" dirty="0">
                <a:sym typeface="Wingdings" panose="05000000000000000000" pitchFamily="2" charset="2"/>
              </a:rPr>
              <a:t>造成贡献（但实际上没有贡献），需要特殊处理。</a:t>
            </a:r>
            <a:endParaRPr lang="en-US" altLang="zh-CN" sz="1600" dirty="0">
              <a:sym typeface="Wingdings" panose="05000000000000000000" pitchFamily="2" charset="2"/>
            </a:endParaRPr>
          </a:p>
          <a:p>
            <a:pPr defTabSz="4572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zh-CN" altLang="en-US" sz="1600" dirty="0">
                <a:sym typeface="Wingdings" panose="05000000000000000000" pitchFamily="2" charset="2"/>
              </a:rPr>
              <a:t>从小到大排序的情况，恰好正确。</a:t>
            </a:r>
            <a:endParaRPr lang="en-US" altLang="zh-CN" sz="16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3BC2165-053A-4389-8967-2798B8941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算法填空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43B08D-B3CB-47C0-AE1B-004151FE7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84E6FC28-85A4-4041-976E-1FE3AE395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70D9-B612-4480-958A-DB5F83A3295C}" type="datetime1">
              <a:rPr lang="zh-CN" altLang="en-US" smtClean="0"/>
              <a:t>2023/12/29</a:t>
            </a:fld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9E76626-B1BD-4B8F-8FF8-7BE40A6A7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pPr/>
              <a:t>20</a:t>
            </a:fld>
            <a:r>
              <a:rPr lang="en-US" altLang="zh-CN"/>
              <a:t>/20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C52E02C-98D6-43FF-8DF1-6E3FB3D8B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239" y="0"/>
            <a:ext cx="70239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864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652170FE-AA34-4949-891C-6460163D2B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4680" y="1093917"/>
            <a:ext cx="10515600" cy="2424022"/>
          </a:xfr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3141CC32-9DD7-4B7F-884C-887774250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算法设计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99FD4F-41B5-4B85-9240-8BA95F9D8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AE53C59D-D15A-4D75-8282-E93C0C766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9C750-CF81-4D66-B4A8-675FD1F53320}" type="datetime1">
              <a:rPr lang="zh-CN" altLang="en-US" smtClean="0"/>
              <a:t>2023/12/29</a:t>
            </a:fld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F7DA8B6-ECED-48EE-8A83-2FB166036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pPr/>
              <a:t>21</a:t>
            </a:fld>
            <a:r>
              <a:rPr lang="en-US" altLang="zh-CN"/>
              <a:t>/20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52B070-B9B5-4508-9507-494371E50BEF}"/>
              </a:ext>
            </a:extLst>
          </p:cNvPr>
          <p:cNvSpPr txBox="1"/>
          <p:nvPr/>
        </p:nvSpPr>
        <p:spPr>
          <a:xfrm>
            <a:off x="737937" y="3818021"/>
            <a:ext cx="9954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将</a:t>
            </a:r>
            <a:r>
              <a:rPr lang="en-US" altLang="zh-CN" dirty="0">
                <a:solidFill>
                  <a:srgbClr val="FF0000"/>
                </a:solidFill>
              </a:rPr>
              <a:t>w=2</a:t>
            </a:r>
            <a:r>
              <a:rPr lang="zh-CN" altLang="en-US" dirty="0">
                <a:solidFill>
                  <a:srgbClr val="FF0000"/>
                </a:solidFill>
              </a:rPr>
              <a:t>的边拆为两条</a:t>
            </a:r>
            <a:r>
              <a:rPr lang="en-US" altLang="zh-CN" dirty="0">
                <a:solidFill>
                  <a:srgbClr val="FF0000"/>
                </a:solidFill>
              </a:rPr>
              <a:t>w=1</a:t>
            </a:r>
            <a:r>
              <a:rPr lang="zh-CN" altLang="en-US" dirty="0">
                <a:solidFill>
                  <a:srgbClr val="FF0000"/>
                </a:solidFill>
              </a:rPr>
              <a:t>的边，此时所有边的长度都为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，可以直接</a:t>
            </a:r>
            <a:r>
              <a:rPr lang="en-US" altLang="zh-CN" dirty="0" err="1">
                <a:solidFill>
                  <a:srgbClr val="FF0000"/>
                </a:solidFill>
              </a:rPr>
              <a:t>bfs</a:t>
            </a:r>
            <a:r>
              <a:rPr lang="zh-CN" altLang="en-US" dirty="0">
                <a:solidFill>
                  <a:srgbClr val="FF0000"/>
                </a:solidFill>
              </a:rPr>
              <a:t>。复杂度</a:t>
            </a:r>
            <a:r>
              <a:rPr lang="en-US" altLang="zh-CN" dirty="0">
                <a:solidFill>
                  <a:srgbClr val="FF0000"/>
                </a:solidFill>
              </a:rPr>
              <a:t>O(</a:t>
            </a:r>
            <a:r>
              <a:rPr lang="en-US" altLang="zh-CN" dirty="0" err="1">
                <a:solidFill>
                  <a:srgbClr val="FF0000"/>
                </a:solidFill>
              </a:rPr>
              <a:t>n+m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3464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F116F6D-87E9-4E25-B2BC-1C51C47C6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aaa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1AB3C81-ED70-4BCE-8320-F3E0A4ECF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算法设计</a:t>
            </a:r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ECB360-17CC-4BB0-8F7A-784B68F16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 dirty="0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28548BC-AB3E-4FA5-AE20-B07119440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6819-4808-45C2-8010-A429B12B5E92}" type="datetime1">
              <a:rPr lang="zh-CN" altLang="en-US" smtClean="0"/>
              <a:t>2023/12/29</a:t>
            </a:fld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5A50945D-8FD2-494C-A175-FF6404CFE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pPr/>
              <a:t>22</a:t>
            </a:fld>
            <a:r>
              <a:rPr lang="en-US" altLang="zh-CN"/>
              <a:t>/20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27C163D-1A47-4F1F-AB66-178ACFAB6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90" y="111756"/>
            <a:ext cx="10507526" cy="6607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4407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141CC32-9DD7-4B7F-884C-887774250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算法设计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99FD4F-41B5-4B85-9240-8BA95F9D8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数据结构与算法</a:t>
            </a:r>
            <a:r>
              <a:rPr lang="en-US" altLang="zh-CN"/>
              <a:t>A</a:t>
            </a:r>
            <a:endParaRPr lang="zh-CN" altLang="en-US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AE53C59D-D15A-4D75-8282-E93C0C766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9C750-CF81-4D66-B4A8-675FD1F53320}" type="datetime1">
              <a:rPr lang="zh-CN" altLang="en-US" smtClean="0"/>
              <a:t>2023/12/29</a:t>
            </a:fld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F7DA8B6-ECED-48EE-8A83-2FB166036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EF3B-ECF3-4833-B79A-B0B1E35EB7EB}" type="slidenum">
              <a:rPr lang="zh-CN" altLang="en-US" smtClean="0"/>
              <a:pPr/>
              <a:t>23</a:t>
            </a:fld>
            <a:r>
              <a:rPr lang="en-US" altLang="zh-CN"/>
              <a:t>/20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9C4E39D-AC96-433E-859A-1A5C3E7EB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/>
              <a:t>PS. </a:t>
            </a:r>
            <a:r>
              <a:rPr lang="zh-CN" altLang="en-US" dirty="0"/>
              <a:t>翻转后会导致下标需要更新，但是当前的</a:t>
            </a:r>
            <a:r>
              <a:rPr lang="en-US" altLang="zh-CN" dirty="0"/>
              <a:t>BST</a:t>
            </a:r>
            <a:r>
              <a:rPr lang="zh-CN" altLang="en-US" dirty="0"/>
              <a:t>本质上是以下标为键值的二叉树，下标应该是通过当前节点前面有多少个数来表示的。所以应该需要维护一些信息来求真正的下标。比如用一个</a:t>
            </a:r>
            <a:r>
              <a:rPr lang="en-US" altLang="zh-CN" dirty="0" err="1"/>
              <a:t>cnt</a:t>
            </a:r>
            <a:r>
              <a:rPr lang="zh-CN" altLang="en-US" dirty="0"/>
              <a:t>记录当前节点的子树有多少个节点，然后通过计算得到下标。这样才能高效地找到</a:t>
            </a:r>
            <a:r>
              <a:rPr lang="en-US" altLang="zh-CN" dirty="0"/>
              <a:t>m</a:t>
            </a:r>
            <a:r>
              <a:rPr lang="zh-CN" altLang="en-US" dirty="0"/>
              <a:t>和</a:t>
            </a:r>
            <a:r>
              <a:rPr lang="en-US" altLang="zh-CN" dirty="0"/>
              <a:t>n</a:t>
            </a:r>
            <a:r>
              <a:rPr lang="zh-CN" altLang="en-US" dirty="0"/>
              <a:t>对应的点。</a:t>
            </a:r>
            <a:r>
              <a:rPr lang="zh-CN" altLang="en-US" u="sng" dirty="0">
                <a:solidFill>
                  <a:srgbClr val="FF0000"/>
                </a:solidFill>
              </a:rPr>
              <a:t>树的结构可以通过递归交换左右子节点翻转，但是下标</a:t>
            </a:r>
            <a:r>
              <a:rPr lang="en-US" altLang="zh-CN" u="sng" dirty="0">
                <a:solidFill>
                  <a:srgbClr val="FF0000"/>
                </a:solidFill>
              </a:rPr>
              <a:t>/</a:t>
            </a:r>
            <a:r>
              <a:rPr lang="zh-CN" altLang="en-US" u="sng" dirty="0">
                <a:solidFill>
                  <a:srgbClr val="FF0000"/>
                </a:solidFill>
              </a:rPr>
              <a:t>字符值是没法这样翻转的。</a:t>
            </a:r>
            <a:endParaRPr lang="en-US" altLang="zh-CN" u="sng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dirty="0"/>
              <a:t>在已有的操作下可以通过</a:t>
            </a:r>
            <a:r>
              <a:rPr lang="en-US" altLang="zh-CN" dirty="0"/>
              <a:t>lazy-update</a:t>
            </a:r>
            <a:r>
              <a:rPr lang="zh-CN" altLang="en-US" dirty="0"/>
              <a:t>实现对翻转的支持（打一个翻转标记，结构发生改变时再下推标记）。（递归翻转左子树评价是不如直接重构）</a:t>
            </a:r>
            <a:endParaRPr lang="en-US" altLang="zh-CN" b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7B5FD81-7F65-4FFA-A1E9-5DC268FD9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37" y="1165487"/>
            <a:ext cx="6772275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340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AD0D08-45EE-4A61-A51B-4667727ECC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127554"/>
            <a:ext cx="9144000" cy="2366625"/>
          </a:xfrm>
        </p:spPr>
        <p:txBody>
          <a:bodyPr/>
          <a:lstStyle/>
          <a:p>
            <a:r>
              <a:rPr lang="zh-CN" altLang="en-US" dirty="0"/>
              <a:t>祝大家考试顺利！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68BF58-8AF0-43A1-9B6A-98358FDC82C9}"/>
              </a:ext>
            </a:extLst>
          </p:cNvPr>
          <p:cNvSpPr txBox="1"/>
          <p:nvPr/>
        </p:nvSpPr>
        <p:spPr>
          <a:xfrm>
            <a:off x="3429244" y="5914417"/>
            <a:ext cx="5333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Note(</a:t>
            </a:r>
            <a:r>
              <a:rPr lang="zh-CN" altLang="en-US" dirty="0"/>
              <a:t>关于答疑</a:t>
            </a:r>
            <a:r>
              <a:rPr lang="en-US" altLang="zh-CN" dirty="0"/>
              <a:t>)</a:t>
            </a:r>
            <a:r>
              <a:rPr lang="zh-CN" altLang="en-US" dirty="0"/>
              <a:t>：直接微信或邮件联系老师或助教</a:t>
            </a:r>
          </a:p>
        </p:txBody>
      </p:sp>
    </p:spTree>
    <p:extLst>
      <p:ext uri="{BB962C8B-B14F-4D97-AF65-F5344CB8AC3E}">
        <p14:creationId xmlns:p14="http://schemas.microsoft.com/office/powerpoint/2010/main" val="4120323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3004</TotalTime>
  <Words>3206</Words>
  <Application>Microsoft Office PowerPoint</Application>
  <PresentationFormat>宽屏</PresentationFormat>
  <Paragraphs>219</Paragraphs>
  <Slides>24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等线</vt:lpstr>
      <vt:lpstr>等线 Light</vt:lpstr>
      <vt:lpstr>华文新魏</vt:lpstr>
      <vt:lpstr>Arial</vt:lpstr>
      <vt:lpstr>Cambria Math</vt:lpstr>
      <vt:lpstr>Trebuchet MS</vt:lpstr>
      <vt:lpstr>Wingdings</vt:lpstr>
      <vt:lpstr>Office 主题​​</vt:lpstr>
      <vt:lpstr>2021期末试题讲解</vt:lpstr>
      <vt:lpstr>选择与填空</vt:lpstr>
      <vt:lpstr>选择与填空</vt:lpstr>
      <vt:lpstr>选择与填空</vt:lpstr>
      <vt:lpstr>选择与填空</vt:lpstr>
      <vt:lpstr>选择与填空</vt:lpstr>
      <vt:lpstr>选择与填空</vt:lpstr>
      <vt:lpstr>简答</vt:lpstr>
      <vt:lpstr>简答</vt:lpstr>
      <vt:lpstr>简答</vt:lpstr>
      <vt:lpstr>简答</vt:lpstr>
      <vt:lpstr>简答</vt:lpstr>
      <vt:lpstr>简答</vt:lpstr>
      <vt:lpstr>简答</vt:lpstr>
      <vt:lpstr>简答</vt:lpstr>
      <vt:lpstr>简答</vt:lpstr>
      <vt:lpstr>简答</vt:lpstr>
      <vt:lpstr>算法填空</vt:lpstr>
      <vt:lpstr>算法填空</vt:lpstr>
      <vt:lpstr>算法填空</vt:lpstr>
      <vt:lpstr>算法设计</vt:lpstr>
      <vt:lpstr>算法设计</vt:lpstr>
      <vt:lpstr>算法设计</vt:lpstr>
      <vt:lpstr>祝大家考试顺利！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2022秋期中复习 2019期中试题讲解</dc:title>
  <dc:creator>fyuling</dc:creator>
  <cp:lastModifiedBy>云帆</cp:lastModifiedBy>
  <cp:revision>83</cp:revision>
  <dcterms:created xsi:type="dcterms:W3CDTF">2022-10-14T08:00:49Z</dcterms:created>
  <dcterms:modified xsi:type="dcterms:W3CDTF">2023-12-29T02:00:00Z</dcterms:modified>
</cp:coreProperties>
</file>